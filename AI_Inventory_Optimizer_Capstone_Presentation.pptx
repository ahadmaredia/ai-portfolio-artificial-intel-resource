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hadMaredia/AI-Portfolio-Artificial-Intel-Resource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hadMaredia/AI-Portfolio-Artificial-Intel-Resourc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93A23C-4B1F-48F3-9E93-E3FE3F8A0E9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56E1961-F090-44E4-943A-86390B3D2C9E}">
      <dgm:prSet/>
      <dgm:spPr/>
      <dgm:t>
        <a:bodyPr/>
        <a:lstStyle/>
        <a:p>
          <a:r>
            <a:rPr lang="en-US"/>
            <a:t>• Retail stores struggle with overstock → financial loss</a:t>
          </a:r>
        </a:p>
      </dgm:t>
    </dgm:pt>
    <dgm:pt modelId="{D937B54A-D29E-4C2D-B27B-F1853B9BB458}" type="parTrans" cxnId="{2F0F5D97-E537-40D3-826F-3E75CF44D012}">
      <dgm:prSet/>
      <dgm:spPr/>
      <dgm:t>
        <a:bodyPr/>
        <a:lstStyle/>
        <a:p>
          <a:endParaRPr lang="en-US"/>
        </a:p>
      </dgm:t>
    </dgm:pt>
    <dgm:pt modelId="{100CA683-9F80-4F1B-90E4-20233D8F8126}" type="sibTrans" cxnId="{2F0F5D97-E537-40D3-826F-3E75CF44D012}">
      <dgm:prSet/>
      <dgm:spPr/>
      <dgm:t>
        <a:bodyPr/>
        <a:lstStyle/>
        <a:p>
          <a:endParaRPr lang="en-US"/>
        </a:p>
      </dgm:t>
    </dgm:pt>
    <dgm:pt modelId="{2F65E3D8-8C14-4080-91F5-0E702E47A584}">
      <dgm:prSet/>
      <dgm:spPr/>
      <dgm:t>
        <a:bodyPr/>
        <a:lstStyle/>
        <a:p>
          <a:r>
            <a:rPr lang="en-US"/>
            <a:t>• Understock → missed sales &amp; customer dissatisfaction</a:t>
          </a:r>
        </a:p>
      </dgm:t>
    </dgm:pt>
    <dgm:pt modelId="{375B0591-73FA-4960-AA9E-2AE2E59D6052}" type="parTrans" cxnId="{82AC66FB-B07D-4618-A356-9DF933B44072}">
      <dgm:prSet/>
      <dgm:spPr/>
      <dgm:t>
        <a:bodyPr/>
        <a:lstStyle/>
        <a:p>
          <a:endParaRPr lang="en-US"/>
        </a:p>
      </dgm:t>
    </dgm:pt>
    <dgm:pt modelId="{3142C716-0B81-4D93-9698-D6BDF79D30E7}" type="sibTrans" cxnId="{82AC66FB-B07D-4618-A356-9DF933B44072}">
      <dgm:prSet/>
      <dgm:spPr/>
      <dgm:t>
        <a:bodyPr/>
        <a:lstStyle/>
        <a:p>
          <a:endParaRPr lang="en-US"/>
        </a:p>
      </dgm:t>
    </dgm:pt>
    <dgm:pt modelId="{56CAEB5A-E0CF-41BC-A28F-C4972879A3B3}">
      <dgm:prSet/>
      <dgm:spPr/>
      <dgm:t>
        <a:bodyPr/>
        <a:lstStyle/>
        <a:p>
          <a:r>
            <a:rPr lang="en-US"/>
            <a:t>• Trend detection is slow and often manual</a:t>
          </a:r>
        </a:p>
      </dgm:t>
    </dgm:pt>
    <dgm:pt modelId="{5F8AA7CF-1443-42D3-A947-331E1283DB14}" type="parTrans" cxnId="{7F7BCA8C-ABC7-4796-8DE8-C4F213205B1C}">
      <dgm:prSet/>
      <dgm:spPr/>
      <dgm:t>
        <a:bodyPr/>
        <a:lstStyle/>
        <a:p>
          <a:endParaRPr lang="en-US"/>
        </a:p>
      </dgm:t>
    </dgm:pt>
    <dgm:pt modelId="{31FDFA1D-074B-46D8-BFDD-8C24415F76BC}" type="sibTrans" cxnId="{7F7BCA8C-ABC7-4796-8DE8-C4F213205B1C}">
      <dgm:prSet/>
      <dgm:spPr/>
      <dgm:t>
        <a:bodyPr/>
        <a:lstStyle/>
        <a:p>
          <a:endParaRPr lang="en-US"/>
        </a:p>
      </dgm:t>
    </dgm:pt>
    <dgm:pt modelId="{770B7FCA-CF76-4966-8D81-516DE43BC0A0}">
      <dgm:prSet/>
      <dgm:spPr/>
      <dgm:t>
        <a:bodyPr/>
        <a:lstStyle/>
        <a:p>
          <a:r>
            <a:rPr lang="en-US"/>
            <a:t>• Goal: Build an AI model to forecast weekly demand</a:t>
          </a:r>
        </a:p>
      </dgm:t>
    </dgm:pt>
    <dgm:pt modelId="{F37F8836-2825-4CB5-A7BF-5DB2F9FB92F1}" type="parTrans" cxnId="{3DFEE9F8-1FDD-449A-881F-B990DDA9239B}">
      <dgm:prSet/>
      <dgm:spPr/>
      <dgm:t>
        <a:bodyPr/>
        <a:lstStyle/>
        <a:p>
          <a:endParaRPr lang="en-US"/>
        </a:p>
      </dgm:t>
    </dgm:pt>
    <dgm:pt modelId="{500EB69E-B0AF-4395-B7A5-7BF2A219EE3F}" type="sibTrans" cxnId="{3DFEE9F8-1FDD-449A-881F-B990DDA9239B}">
      <dgm:prSet/>
      <dgm:spPr/>
      <dgm:t>
        <a:bodyPr/>
        <a:lstStyle/>
        <a:p>
          <a:endParaRPr lang="en-US"/>
        </a:p>
      </dgm:t>
    </dgm:pt>
    <dgm:pt modelId="{83DA55DD-108E-4C2D-9587-CEE0F5BC5077}" type="pres">
      <dgm:prSet presAssocID="{3E93A23C-4B1F-48F3-9E93-E3FE3F8A0E92}" presName="root" presStyleCnt="0">
        <dgm:presLayoutVars>
          <dgm:dir/>
          <dgm:resizeHandles val="exact"/>
        </dgm:presLayoutVars>
      </dgm:prSet>
      <dgm:spPr/>
    </dgm:pt>
    <dgm:pt modelId="{7C44F054-1D01-4611-92A3-F28B15298BE3}" type="pres">
      <dgm:prSet presAssocID="{C56E1961-F090-44E4-943A-86390B3D2C9E}" presName="compNode" presStyleCnt="0"/>
      <dgm:spPr/>
    </dgm:pt>
    <dgm:pt modelId="{77CAC0D9-627A-4927-AD91-2F317C0E20E2}" type="pres">
      <dgm:prSet presAssocID="{C56E1961-F090-44E4-943A-86390B3D2C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D7FFF606-A349-49E7-A39F-AE6383C483E6}" type="pres">
      <dgm:prSet presAssocID="{C56E1961-F090-44E4-943A-86390B3D2C9E}" presName="spaceRect" presStyleCnt="0"/>
      <dgm:spPr/>
    </dgm:pt>
    <dgm:pt modelId="{742A97A8-FB91-42F3-9A69-9D4642AE1ABF}" type="pres">
      <dgm:prSet presAssocID="{C56E1961-F090-44E4-943A-86390B3D2C9E}" presName="textRect" presStyleLbl="revTx" presStyleIdx="0" presStyleCnt="4">
        <dgm:presLayoutVars>
          <dgm:chMax val="1"/>
          <dgm:chPref val="1"/>
        </dgm:presLayoutVars>
      </dgm:prSet>
      <dgm:spPr/>
    </dgm:pt>
    <dgm:pt modelId="{01C61C6F-5B9B-473E-9AB4-BAA8892CDD68}" type="pres">
      <dgm:prSet presAssocID="{100CA683-9F80-4F1B-90E4-20233D8F8126}" presName="sibTrans" presStyleCnt="0"/>
      <dgm:spPr/>
    </dgm:pt>
    <dgm:pt modelId="{DE8C025F-A17F-4E0F-9067-85E3581A42FA}" type="pres">
      <dgm:prSet presAssocID="{2F65E3D8-8C14-4080-91F5-0E702E47A584}" presName="compNode" presStyleCnt="0"/>
      <dgm:spPr/>
    </dgm:pt>
    <dgm:pt modelId="{16811F4A-C107-464A-8024-BE7D33E88F2C}" type="pres">
      <dgm:prSet presAssocID="{2F65E3D8-8C14-4080-91F5-0E702E47A5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0526CF1E-62A6-44B6-876B-B0CD23F70951}" type="pres">
      <dgm:prSet presAssocID="{2F65E3D8-8C14-4080-91F5-0E702E47A584}" presName="spaceRect" presStyleCnt="0"/>
      <dgm:spPr/>
    </dgm:pt>
    <dgm:pt modelId="{CC1CF718-D2E1-4768-AD59-02F977764016}" type="pres">
      <dgm:prSet presAssocID="{2F65E3D8-8C14-4080-91F5-0E702E47A584}" presName="textRect" presStyleLbl="revTx" presStyleIdx="1" presStyleCnt="4">
        <dgm:presLayoutVars>
          <dgm:chMax val="1"/>
          <dgm:chPref val="1"/>
        </dgm:presLayoutVars>
      </dgm:prSet>
      <dgm:spPr/>
    </dgm:pt>
    <dgm:pt modelId="{8E3A0EC3-4572-45DF-B810-A1927ABD18D5}" type="pres">
      <dgm:prSet presAssocID="{3142C716-0B81-4D93-9698-D6BDF79D30E7}" presName="sibTrans" presStyleCnt="0"/>
      <dgm:spPr/>
    </dgm:pt>
    <dgm:pt modelId="{30A62814-7EC8-42C9-8847-91111D54811B}" type="pres">
      <dgm:prSet presAssocID="{56CAEB5A-E0CF-41BC-A28F-C4972879A3B3}" presName="compNode" presStyleCnt="0"/>
      <dgm:spPr/>
    </dgm:pt>
    <dgm:pt modelId="{B2FF4156-D17E-4372-92A0-395630177F33}" type="pres">
      <dgm:prSet presAssocID="{56CAEB5A-E0CF-41BC-A28F-C4972879A3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BE8A86B8-D1BA-4AA6-8E9F-0635C63E15CD}" type="pres">
      <dgm:prSet presAssocID="{56CAEB5A-E0CF-41BC-A28F-C4972879A3B3}" presName="spaceRect" presStyleCnt="0"/>
      <dgm:spPr/>
    </dgm:pt>
    <dgm:pt modelId="{5AF8B3FA-29A5-49F6-95F4-0EBD990A4C24}" type="pres">
      <dgm:prSet presAssocID="{56CAEB5A-E0CF-41BC-A28F-C4972879A3B3}" presName="textRect" presStyleLbl="revTx" presStyleIdx="2" presStyleCnt="4">
        <dgm:presLayoutVars>
          <dgm:chMax val="1"/>
          <dgm:chPref val="1"/>
        </dgm:presLayoutVars>
      </dgm:prSet>
      <dgm:spPr/>
    </dgm:pt>
    <dgm:pt modelId="{2561AEC3-4037-43C0-ACB1-BC6920D90425}" type="pres">
      <dgm:prSet presAssocID="{31FDFA1D-074B-46D8-BFDD-8C24415F76BC}" presName="sibTrans" presStyleCnt="0"/>
      <dgm:spPr/>
    </dgm:pt>
    <dgm:pt modelId="{05F7D569-2A2A-455A-801E-C5472B8AB1BC}" type="pres">
      <dgm:prSet presAssocID="{770B7FCA-CF76-4966-8D81-516DE43BC0A0}" presName="compNode" presStyleCnt="0"/>
      <dgm:spPr/>
    </dgm:pt>
    <dgm:pt modelId="{75B84AE7-4903-46BD-82A0-9C757A65962B}" type="pres">
      <dgm:prSet presAssocID="{770B7FCA-CF76-4966-8D81-516DE43BC0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156A12B-B83C-4C70-8EAA-1B98D959C9EB}" type="pres">
      <dgm:prSet presAssocID="{770B7FCA-CF76-4966-8D81-516DE43BC0A0}" presName="spaceRect" presStyleCnt="0"/>
      <dgm:spPr/>
    </dgm:pt>
    <dgm:pt modelId="{4F38BA7E-ACB7-4710-801E-F853284E9F99}" type="pres">
      <dgm:prSet presAssocID="{770B7FCA-CF76-4966-8D81-516DE43BC0A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8330E1A-EE47-444D-8693-6E8854DF5171}" type="presOf" srcId="{770B7FCA-CF76-4966-8D81-516DE43BC0A0}" destId="{4F38BA7E-ACB7-4710-801E-F853284E9F99}" srcOrd="0" destOrd="0" presId="urn:microsoft.com/office/officeart/2018/2/layout/IconLabelList"/>
    <dgm:cxn modelId="{69812126-12BD-4ECD-B238-8902B3E42AF5}" type="presOf" srcId="{C56E1961-F090-44E4-943A-86390B3D2C9E}" destId="{742A97A8-FB91-42F3-9A69-9D4642AE1ABF}" srcOrd="0" destOrd="0" presId="urn:microsoft.com/office/officeart/2018/2/layout/IconLabelList"/>
    <dgm:cxn modelId="{BE12F46E-659A-4AD8-960C-37327EB9379F}" type="presOf" srcId="{3E93A23C-4B1F-48F3-9E93-E3FE3F8A0E92}" destId="{83DA55DD-108E-4C2D-9587-CEE0F5BC5077}" srcOrd="0" destOrd="0" presId="urn:microsoft.com/office/officeart/2018/2/layout/IconLabelList"/>
    <dgm:cxn modelId="{7F7BCA8C-ABC7-4796-8DE8-C4F213205B1C}" srcId="{3E93A23C-4B1F-48F3-9E93-E3FE3F8A0E92}" destId="{56CAEB5A-E0CF-41BC-A28F-C4972879A3B3}" srcOrd="2" destOrd="0" parTransId="{5F8AA7CF-1443-42D3-A947-331E1283DB14}" sibTransId="{31FDFA1D-074B-46D8-BFDD-8C24415F76BC}"/>
    <dgm:cxn modelId="{2F0F5D97-E537-40D3-826F-3E75CF44D012}" srcId="{3E93A23C-4B1F-48F3-9E93-E3FE3F8A0E92}" destId="{C56E1961-F090-44E4-943A-86390B3D2C9E}" srcOrd="0" destOrd="0" parTransId="{D937B54A-D29E-4C2D-B27B-F1853B9BB458}" sibTransId="{100CA683-9F80-4F1B-90E4-20233D8F8126}"/>
    <dgm:cxn modelId="{DA145CAF-1A20-4936-95BF-BA4DCB2C541B}" type="presOf" srcId="{2F65E3D8-8C14-4080-91F5-0E702E47A584}" destId="{CC1CF718-D2E1-4768-AD59-02F977764016}" srcOrd="0" destOrd="0" presId="urn:microsoft.com/office/officeart/2018/2/layout/IconLabelList"/>
    <dgm:cxn modelId="{78AF9AC9-09C7-45FF-89BE-1C80B7E9ACAC}" type="presOf" srcId="{56CAEB5A-E0CF-41BC-A28F-C4972879A3B3}" destId="{5AF8B3FA-29A5-49F6-95F4-0EBD990A4C24}" srcOrd="0" destOrd="0" presId="urn:microsoft.com/office/officeart/2018/2/layout/IconLabelList"/>
    <dgm:cxn modelId="{3DFEE9F8-1FDD-449A-881F-B990DDA9239B}" srcId="{3E93A23C-4B1F-48F3-9E93-E3FE3F8A0E92}" destId="{770B7FCA-CF76-4966-8D81-516DE43BC0A0}" srcOrd="3" destOrd="0" parTransId="{F37F8836-2825-4CB5-A7BF-5DB2F9FB92F1}" sibTransId="{500EB69E-B0AF-4395-B7A5-7BF2A219EE3F}"/>
    <dgm:cxn modelId="{82AC66FB-B07D-4618-A356-9DF933B44072}" srcId="{3E93A23C-4B1F-48F3-9E93-E3FE3F8A0E92}" destId="{2F65E3D8-8C14-4080-91F5-0E702E47A584}" srcOrd="1" destOrd="0" parTransId="{375B0591-73FA-4960-AA9E-2AE2E59D6052}" sibTransId="{3142C716-0B81-4D93-9698-D6BDF79D30E7}"/>
    <dgm:cxn modelId="{DE7453BC-927E-4FA6-83E3-5F145A31A5F9}" type="presParOf" srcId="{83DA55DD-108E-4C2D-9587-CEE0F5BC5077}" destId="{7C44F054-1D01-4611-92A3-F28B15298BE3}" srcOrd="0" destOrd="0" presId="urn:microsoft.com/office/officeart/2018/2/layout/IconLabelList"/>
    <dgm:cxn modelId="{5611D900-05F9-4C66-B58F-F832C24ED50C}" type="presParOf" srcId="{7C44F054-1D01-4611-92A3-F28B15298BE3}" destId="{77CAC0D9-627A-4927-AD91-2F317C0E20E2}" srcOrd="0" destOrd="0" presId="urn:microsoft.com/office/officeart/2018/2/layout/IconLabelList"/>
    <dgm:cxn modelId="{51DC9722-7DD1-4D78-95E1-77258C4B7691}" type="presParOf" srcId="{7C44F054-1D01-4611-92A3-F28B15298BE3}" destId="{D7FFF606-A349-49E7-A39F-AE6383C483E6}" srcOrd="1" destOrd="0" presId="urn:microsoft.com/office/officeart/2018/2/layout/IconLabelList"/>
    <dgm:cxn modelId="{6151E98F-F9C1-43B1-948D-E481A6BF6EC5}" type="presParOf" srcId="{7C44F054-1D01-4611-92A3-F28B15298BE3}" destId="{742A97A8-FB91-42F3-9A69-9D4642AE1ABF}" srcOrd="2" destOrd="0" presId="urn:microsoft.com/office/officeart/2018/2/layout/IconLabelList"/>
    <dgm:cxn modelId="{F2812F19-5E12-40EE-B295-B7FE52900EA1}" type="presParOf" srcId="{83DA55DD-108E-4C2D-9587-CEE0F5BC5077}" destId="{01C61C6F-5B9B-473E-9AB4-BAA8892CDD68}" srcOrd="1" destOrd="0" presId="urn:microsoft.com/office/officeart/2018/2/layout/IconLabelList"/>
    <dgm:cxn modelId="{C63C4ADB-A566-4000-8BC9-36B4D0EF02BC}" type="presParOf" srcId="{83DA55DD-108E-4C2D-9587-CEE0F5BC5077}" destId="{DE8C025F-A17F-4E0F-9067-85E3581A42FA}" srcOrd="2" destOrd="0" presId="urn:microsoft.com/office/officeart/2018/2/layout/IconLabelList"/>
    <dgm:cxn modelId="{39349010-568F-48BD-B22A-B92D951509BD}" type="presParOf" srcId="{DE8C025F-A17F-4E0F-9067-85E3581A42FA}" destId="{16811F4A-C107-464A-8024-BE7D33E88F2C}" srcOrd="0" destOrd="0" presId="urn:microsoft.com/office/officeart/2018/2/layout/IconLabelList"/>
    <dgm:cxn modelId="{1BF17119-FE63-4109-8BAF-AB9DC7F7D4AC}" type="presParOf" srcId="{DE8C025F-A17F-4E0F-9067-85E3581A42FA}" destId="{0526CF1E-62A6-44B6-876B-B0CD23F70951}" srcOrd="1" destOrd="0" presId="urn:microsoft.com/office/officeart/2018/2/layout/IconLabelList"/>
    <dgm:cxn modelId="{9FE0261D-1CC5-4032-B3D9-DB1C86C9BAB0}" type="presParOf" srcId="{DE8C025F-A17F-4E0F-9067-85E3581A42FA}" destId="{CC1CF718-D2E1-4768-AD59-02F977764016}" srcOrd="2" destOrd="0" presId="urn:microsoft.com/office/officeart/2018/2/layout/IconLabelList"/>
    <dgm:cxn modelId="{D5794320-0E95-4F83-84FD-D0E732FDD0D9}" type="presParOf" srcId="{83DA55DD-108E-4C2D-9587-CEE0F5BC5077}" destId="{8E3A0EC3-4572-45DF-B810-A1927ABD18D5}" srcOrd="3" destOrd="0" presId="urn:microsoft.com/office/officeart/2018/2/layout/IconLabelList"/>
    <dgm:cxn modelId="{2E65FB2D-44A0-4DAD-9F99-1D589A7F9209}" type="presParOf" srcId="{83DA55DD-108E-4C2D-9587-CEE0F5BC5077}" destId="{30A62814-7EC8-42C9-8847-91111D54811B}" srcOrd="4" destOrd="0" presId="urn:microsoft.com/office/officeart/2018/2/layout/IconLabelList"/>
    <dgm:cxn modelId="{E4DF9AC4-8396-4179-BAFE-8BA8BBA9860A}" type="presParOf" srcId="{30A62814-7EC8-42C9-8847-91111D54811B}" destId="{B2FF4156-D17E-4372-92A0-395630177F33}" srcOrd="0" destOrd="0" presId="urn:microsoft.com/office/officeart/2018/2/layout/IconLabelList"/>
    <dgm:cxn modelId="{D8A060D7-F999-45AD-B1D5-35B14AE1C45F}" type="presParOf" srcId="{30A62814-7EC8-42C9-8847-91111D54811B}" destId="{BE8A86B8-D1BA-4AA6-8E9F-0635C63E15CD}" srcOrd="1" destOrd="0" presId="urn:microsoft.com/office/officeart/2018/2/layout/IconLabelList"/>
    <dgm:cxn modelId="{F66A8D76-A599-435B-9219-7050F49A4696}" type="presParOf" srcId="{30A62814-7EC8-42C9-8847-91111D54811B}" destId="{5AF8B3FA-29A5-49F6-95F4-0EBD990A4C24}" srcOrd="2" destOrd="0" presId="urn:microsoft.com/office/officeart/2018/2/layout/IconLabelList"/>
    <dgm:cxn modelId="{D7579ECA-34CD-4C88-8E88-593DFFAD2A16}" type="presParOf" srcId="{83DA55DD-108E-4C2D-9587-CEE0F5BC5077}" destId="{2561AEC3-4037-43C0-ACB1-BC6920D90425}" srcOrd="5" destOrd="0" presId="urn:microsoft.com/office/officeart/2018/2/layout/IconLabelList"/>
    <dgm:cxn modelId="{7D057DC9-9973-4C4F-ACC8-B9DA05118D2D}" type="presParOf" srcId="{83DA55DD-108E-4C2D-9587-CEE0F5BC5077}" destId="{05F7D569-2A2A-455A-801E-C5472B8AB1BC}" srcOrd="6" destOrd="0" presId="urn:microsoft.com/office/officeart/2018/2/layout/IconLabelList"/>
    <dgm:cxn modelId="{E2E42B3C-9877-4323-A477-6800191454B6}" type="presParOf" srcId="{05F7D569-2A2A-455A-801E-C5472B8AB1BC}" destId="{75B84AE7-4903-46BD-82A0-9C757A65962B}" srcOrd="0" destOrd="0" presId="urn:microsoft.com/office/officeart/2018/2/layout/IconLabelList"/>
    <dgm:cxn modelId="{DFFEAB42-E0AF-4320-81B9-8A7F7D59E6B3}" type="presParOf" srcId="{05F7D569-2A2A-455A-801E-C5472B8AB1BC}" destId="{1156A12B-B83C-4C70-8EAA-1B98D959C9EB}" srcOrd="1" destOrd="0" presId="urn:microsoft.com/office/officeart/2018/2/layout/IconLabelList"/>
    <dgm:cxn modelId="{1186E76D-1935-461A-A28E-CC1259C024F5}" type="presParOf" srcId="{05F7D569-2A2A-455A-801E-C5472B8AB1BC}" destId="{4F38BA7E-ACB7-4710-801E-F853284E9F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FBF5E5-C7B2-4524-AF0D-B5054210F3B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C1FFF0-5B82-480C-BD6B-9CCF8479F062}">
      <dgm:prSet/>
      <dgm:spPr/>
      <dgm:t>
        <a:bodyPr/>
        <a:lstStyle/>
        <a:p>
          <a:r>
            <a:rPr lang="en-US"/>
            <a:t>• Predict weekly sales per product (demand forecasting)</a:t>
          </a:r>
        </a:p>
      </dgm:t>
    </dgm:pt>
    <dgm:pt modelId="{4365B23D-A524-44AF-B5FA-EF57C6664346}" type="parTrans" cxnId="{A0B298CE-D0F6-4BE6-8656-681087A833F9}">
      <dgm:prSet/>
      <dgm:spPr/>
      <dgm:t>
        <a:bodyPr/>
        <a:lstStyle/>
        <a:p>
          <a:endParaRPr lang="en-US"/>
        </a:p>
      </dgm:t>
    </dgm:pt>
    <dgm:pt modelId="{0EF55EEF-2EED-4D19-9E27-D9BCC5C106E7}" type="sibTrans" cxnId="{A0B298CE-D0F6-4BE6-8656-681087A833F9}">
      <dgm:prSet/>
      <dgm:spPr/>
      <dgm:t>
        <a:bodyPr/>
        <a:lstStyle/>
        <a:p>
          <a:endParaRPr lang="en-US"/>
        </a:p>
      </dgm:t>
    </dgm:pt>
    <dgm:pt modelId="{0E3D8351-3F38-4642-A9DF-13D11EE172BB}">
      <dgm:prSet/>
      <dgm:spPr/>
      <dgm:t>
        <a:bodyPr/>
        <a:lstStyle/>
        <a:p>
          <a:r>
            <a:rPr lang="en-US"/>
            <a:t>• Recommend trending high-demand items</a:t>
          </a:r>
        </a:p>
      </dgm:t>
    </dgm:pt>
    <dgm:pt modelId="{BCBFF224-EFCF-4F27-AEA2-CC576CAB8599}" type="parTrans" cxnId="{77D2D7F6-B66E-430C-9260-0C7E3135E10A}">
      <dgm:prSet/>
      <dgm:spPr/>
      <dgm:t>
        <a:bodyPr/>
        <a:lstStyle/>
        <a:p>
          <a:endParaRPr lang="en-US"/>
        </a:p>
      </dgm:t>
    </dgm:pt>
    <dgm:pt modelId="{95C874BC-1E7B-4CCA-BB7D-301D4B8ACE4A}" type="sibTrans" cxnId="{77D2D7F6-B66E-430C-9260-0C7E3135E10A}">
      <dgm:prSet/>
      <dgm:spPr/>
      <dgm:t>
        <a:bodyPr/>
        <a:lstStyle/>
        <a:p>
          <a:endParaRPr lang="en-US"/>
        </a:p>
      </dgm:t>
    </dgm:pt>
    <dgm:pt modelId="{471808E6-786F-4D92-AA97-278149CEFB16}">
      <dgm:prSet/>
      <dgm:spPr/>
      <dgm:t>
        <a:bodyPr/>
        <a:lstStyle/>
        <a:p>
          <a:r>
            <a:rPr lang="en-US"/>
            <a:t>• Use real-world Walmart sales dataset</a:t>
          </a:r>
        </a:p>
      </dgm:t>
    </dgm:pt>
    <dgm:pt modelId="{E1353F00-3189-46EA-B641-10925E2B0204}" type="parTrans" cxnId="{9BA8897E-0E8D-4EC1-A9EE-7E6A9EFB07C6}">
      <dgm:prSet/>
      <dgm:spPr/>
      <dgm:t>
        <a:bodyPr/>
        <a:lstStyle/>
        <a:p>
          <a:endParaRPr lang="en-US"/>
        </a:p>
      </dgm:t>
    </dgm:pt>
    <dgm:pt modelId="{EE768DFF-1C81-4DCE-80AD-0D1DAB0D87CF}" type="sibTrans" cxnId="{9BA8897E-0E8D-4EC1-A9EE-7E6A9EFB07C6}">
      <dgm:prSet/>
      <dgm:spPr/>
      <dgm:t>
        <a:bodyPr/>
        <a:lstStyle/>
        <a:p>
          <a:endParaRPr lang="en-US"/>
        </a:p>
      </dgm:t>
    </dgm:pt>
    <dgm:pt modelId="{1086C6AD-ADEB-4070-A12F-1750DE239830}">
      <dgm:prSet/>
      <dgm:spPr/>
      <dgm:t>
        <a:bodyPr/>
        <a:lstStyle/>
        <a:p>
          <a:r>
            <a:rPr lang="en-US"/>
            <a:t>• Build complete ML pipeline + deployable system</a:t>
          </a:r>
        </a:p>
      </dgm:t>
    </dgm:pt>
    <dgm:pt modelId="{24458A7F-1F44-4B9C-8515-5C1913271554}" type="parTrans" cxnId="{2F47C0C8-D16F-413B-996A-255F0E262C5A}">
      <dgm:prSet/>
      <dgm:spPr/>
      <dgm:t>
        <a:bodyPr/>
        <a:lstStyle/>
        <a:p>
          <a:endParaRPr lang="en-US"/>
        </a:p>
      </dgm:t>
    </dgm:pt>
    <dgm:pt modelId="{64431028-8B4E-48BC-8CBF-B34006CD39C1}" type="sibTrans" cxnId="{2F47C0C8-D16F-413B-996A-255F0E262C5A}">
      <dgm:prSet/>
      <dgm:spPr/>
      <dgm:t>
        <a:bodyPr/>
        <a:lstStyle/>
        <a:p>
          <a:endParaRPr lang="en-US"/>
        </a:p>
      </dgm:t>
    </dgm:pt>
    <dgm:pt modelId="{90DF612C-E1AF-4842-A957-A2A3880E2B08}" type="pres">
      <dgm:prSet presAssocID="{36FBF5E5-C7B2-4524-AF0D-B5054210F3B7}" presName="root" presStyleCnt="0">
        <dgm:presLayoutVars>
          <dgm:dir/>
          <dgm:resizeHandles val="exact"/>
        </dgm:presLayoutVars>
      </dgm:prSet>
      <dgm:spPr/>
    </dgm:pt>
    <dgm:pt modelId="{F0EB81B4-F92A-4B8D-A54F-4F554E7E7DD8}" type="pres">
      <dgm:prSet presAssocID="{36FBF5E5-C7B2-4524-AF0D-B5054210F3B7}" presName="container" presStyleCnt="0">
        <dgm:presLayoutVars>
          <dgm:dir/>
          <dgm:resizeHandles val="exact"/>
        </dgm:presLayoutVars>
      </dgm:prSet>
      <dgm:spPr/>
    </dgm:pt>
    <dgm:pt modelId="{654C668A-38D3-4FEB-A101-DACF0E176BF3}" type="pres">
      <dgm:prSet presAssocID="{17C1FFF0-5B82-480C-BD6B-9CCF8479F062}" presName="compNode" presStyleCnt="0"/>
      <dgm:spPr/>
    </dgm:pt>
    <dgm:pt modelId="{5C792049-0BD9-4F1F-BE9A-2EA192E56088}" type="pres">
      <dgm:prSet presAssocID="{17C1FFF0-5B82-480C-BD6B-9CCF8479F062}" presName="iconBgRect" presStyleLbl="bgShp" presStyleIdx="0" presStyleCnt="4"/>
      <dgm:spPr/>
    </dgm:pt>
    <dgm:pt modelId="{1208CFF9-EA11-41FA-BAA0-44E3393EC74B}" type="pres">
      <dgm:prSet presAssocID="{17C1FFF0-5B82-480C-BD6B-9CCF8479F0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B47A682-69EA-44BA-8455-9F0C7582F4B9}" type="pres">
      <dgm:prSet presAssocID="{17C1FFF0-5B82-480C-BD6B-9CCF8479F062}" presName="spaceRect" presStyleCnt="0"/>
      <dgm:spPr/>
    </dgm:pt>
    <dgm:pt modelId="{36B465FA-3ED7-4568-9AEC-EEE96BEE0DC8}" type="pres">
      <dgm:prSet presAssocID="{17C1FFF0-5B82-480C-BD6B-9CCF8479F062}" presName="textRect" presStyleLbl="revTx" presStyleIdx="0" presStyleCnt="4">
        <dgm:presLayoutVars>
          <dgm:chMax val="1"/>
          <dgm:chPref val="1"/>
        </dgm:presLayoutVars>
      </dgm:prSet>
      <dgm:spPr/>
    </dgm:pt>
    <dgm:pt modelId="{B21B9C51-187B-4ADA-8497-D668B91F5028}" type="pres">
      <dgm:prSet presAssocID="{0EF55EEF-2EED-4D19-9E27-D9BCC5C106E7}" presName="sibTrans" presStyleLbl="sibTrans2D1" presStyleIdx="0" presStyleCnt="0"/>
      <dgm:spPr/>
    </dgm:pt>
    <dgm:pt modelId="{509BA99F-824B-4457-A8FA-C1BBD5C41221}" type="pres">
      <dgm:prSet presAssocID="{0E3D8351-3F38-4642-A9DF-13D11EE172BB}" presName="compNode" presStyleCnt="0"/>
      <dgm:spPr/>
    </dgm:pt>
    <dgm:pt modelId="{0A8AAA7E-FF8B-492A-81CC-F7A9ADE17CA1}" type="pres">
      <dgm:prSet presAssocID="{0E3D8351-3F38-4642-A9DF-13D11EE172BB}" presName="iconBgRect" presStyleLbl="bgShp" presStyleIdx="1" presStyleCnt="4"/>
      <dgm:spPr/>
    </dgm:pt>
    <dgm:pt modelId="{C2D15F4C-BB06-442E-A419-FE0B975BF3BA}" type="pres">
      <dgm:prSet presAssocID="{0E3D8351-3F38-4642-A9DF-13D11EE172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8FD5C695-6D68-47E3-959F-AAED9F449EB9}" type="pres">
      <dgm:prSet presAssocID="{0E3D8351-3F38-4642-A9DF-13D11EE172BB}" presName="spaceRect" presStyleCnt="0"/>
      <dgm:spPr/>
    </dgm:pt>
    <dgm:pt modelId="{BCA53E1D-A422-4211-B98B-E81421F36FEE}" type="pres">
      <dgm:prSet presAssocID="{0E3D8351-3F38-4642-A9DF-13D11EE172BB}" presName="textRect" presStyleLbl="revTx" presStyleIdx="1" presStyleCnt="4">
        <dgm:presLayoutVars>
          <dgm:chMax val="1"/>
          <dgm:chPref val="1"/>
        </dgm:presLayoutVars>
      </dgm:prSet>
      <dgm:spPr/>
    </dgm:pt>
    <dgm:pt modelId="{1015DB4C-DC29-4F21-8076-DA45D05A72C0}" type="pres">
      <dgm:prSet presAssocID="{95C874BC-1E7B-4CCA-BB7D-301D4B8ACE4A}" presName="sibTrans" presStyleLbl="sibTrans2D1" presStyleIdx="0" presStyleCnt="0"/>
      <dgm:spPr/>
    </dgm:pt>
    <dgm:pt modelId="{3F29D470-6461-4474-B5AF-30BBE2F544C3}" type="pres">
      <dgm:prSet presAssocID="{471808E6-786F-4D92-AA97-278149CEFB16}" presName="compNode" presStyleCnt="0"/>
      <dgm:spPr/>
    </dgm:pt>
    <dgm:pt modelId="{38A8465E-383E-4386-8B95-E115F57D5BFB}" type="pres">
      <dgm:prSet presAssocID="{471808E6-786F-4D92-AA97-278149CEFB16}" presName="iconBgRect" presStyleLbl="bgShp" presStyleIdx="2" presStyleCnt="4"/>
      <dgm:spPr/>
    </dgm:pt>
    <dgm:pt modelId="{D80F89D8-A332-4B2A-93AD-B769586396BB}" type="pres">
      <dgm:prSet presAssocID="{471808E6-786F-4D92-AA97-278149CEFB1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0209AA9D-8950-492E-866A-3DA692E23915}" type="pres">
      <dgm:prSet presAssocID="{471808E6-786F-4D92-AA97-278149CEFB16}" presName="spaceRect" presStyleCnt="0"/>
      <dgm:spPr/>
    </dgm:pt>
    <dgm:pt modelId="{7EF5732C-532B-41DD-A4B9-402C31F20DDC}" type="pres">
      <dgm:prSet presAssocID="{471808E6-786F-4D92-AA97-278149CEFB16}" presName="textRect" presStyleLbl="revTx" presStyleIdx="2" presStyleCnt="4">
        <dgm:presLayoutVars>
          <dgm:chMax val="1"/>
          <dgm:chPref val="1"/>
        </dgm:presLayoutVars>
      </dgm:prSet>
      <dgm:spPr/>
    </dgm:pt>
    <dgm:pt modelId="{9314F7D5-4FD7-4B80-82B9-59177089FECC}" type="pres">
      <dgm:prSet presAssocID="{EE768DFF-1C81-4DCE-80AD-0D1DAB0D87CF}" presName="sibTrans" presStyleLbl="sibTrans2D1" presStyleIdx="0" presStyleCnt="0"/>
      <dgm:spPr/>
    </dgm:pt>
    <dgm:pt modelId="{773E269C-C1EF-4C3A-B8DB-E6C1290102A0}" type="pres">
      <dgm:prSet presAssocID="{1086C6AD-ADEB-4070-A12F-1750DE239830}" presName="compNode" presStyleCnt="0"/>
      <dgm:spPr/>
    </dgm:pt>
    <dgm:pt modelId="{D747999C-4E7A-4161-9611-BD5B9B5EF66E}" type="pres">
      <dgm:prSet presAssocID="{1086C6AD-ADEB-4070-A12F-1750DE239830}" presName="iconBgRect" presStyleLbl="bgShp" presStyleIdx="3" presStyleCnt="4"/>
      <dgm:spPr/>
    </dgm:pt>
    <dgm:pt modelId="{51E8FFE9-4ED0-4928-86A7-935134B88D94}" type="pres">
      <dgm:prSet presAssocID="{1086C6AD-ADEB-4070-A12F-1750DE2398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C94C239-C605-4CF0-80E4-9ABF2965BDEE}" type="pres">
      <dgm:prSet presAssocID="{1086C6AD-ADEB-4070-A12F-1750DE239830}" presName="spaceRect" presStyleCnt="0"/>
      <dgm:spPr/>
    </dgm:pt>
    <dgm:pt modelId="{392AF0BC-4BED-48C1-8DF2-17C2C2D9B264}" type="pres">
      <dgm:prSet presAssocID="{1086C6AD-ADEB-4070-A12F-1750DE2398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B5F311-C3AD-4A3C-A656-BA550CB112B7}" type="presOf" srcId="{0EF55EEF-2EED-4D19-9E27-D9BCC5C106E7}" destId="{B21B9C51-187B-4ADA-8497-D668B91F5028}" srcOrd="0" destOrd="0" presId="urn:microsoft.com/office/officeart/2018/2/layout/IconCircleList"/>
    <dgm:cxn modelId="{98F4CF1B-6940-40A4-B230-6A54F24E416F}" type="presOf" srcId="{95C874BC-1E7B-4CCA-BB7D-301D4B8ACE4A}" destId="{1015DB4C-DC29-4F21-8076-DA45D05A72C0}" srcOrd="0" destOrd="0" presId="urn:microsoft.com/office/officeart/2018/2/layout/IconCircleList"/>
    <dgm:cxn modelId="{7757411D-924E-46B2-908E-FE5DC05045E0}" type="presOf" srcId="{EE768DFF-1C81-4DCE-80AD-0D1DAB0D87CF}" destId="{9314F7D5-4FD7-4B80-82B9-59177089FECC}" srcOrd="0" destOrd="0" presId="urn:microsoft.com/office/officeart/2018/2/layout/IconCircleList"/>
    <dgm:cxn modelId="{AF9D4636-6775-41E0-82AC-965AB3E22C97}" type="presOf" srcId="{36FBF5E5-C7B2-4524-AF0D-B5054210F3B7}" destId="{90DF612C-E1AF-4842-A957-A2A3880E2B08}" srcOrd="0" destOrd="0" presId="urn:microsoft.com/office/officeart/2018/2/layout/IconCircleList"/>
    <dgm:cxn modelId="{DC83A046-72F4-4534-93F1-A58064845189}" type="presOf" srcId="{471808E6-786F-4D92-AA97-278149CEFB16}" destId="{7EF5732C-532B-41DD-A4B9-402C31F20DDC}" srcOrd="0" destOrd="0" presId="urn:microsoft.com/office/officeart/2018/2/layout/IconCircleList"/>
    <dgm:cxn modelId="{9BA8897E-0E8D-4EC1-A9EE-7E6A9EFB07C6}" srcId="{36FBF5E5-C7B2-4524-AF0D-B5054210F3B7}" destId="{471808E6-786F-4D92-AA97-278149CEFB16}" srcOrd="2" destOrd="0" parTransId="{E1353F00-3189-46EA-B641-10925E2B0204}" sibTransId="{EE768DFF-1C81-4DCE-80AD-0D1DAB0D87CF}"/>
    <dgm:cxn modelId="{156B9C9D-19B3-4864-9778-99839F161C46}" type="presOf" srcId="{1086C6AD-ADEB-4070-A12F-1750DE239830}" destId="{392AF0BC-4BED-48C1-8DF2-17C2C2D9B264}" srcOrd="0" destOrd="0" presId="urn:microsoft.com/office/officeart/2018/2/layout/IconCircleList"/>
    <dgm:cxn modelId="{2F47C0C8-D16F-413B-996A-255F0E262C5A}" srcId="{36FBF5E5-C7B2-4524-AF0D-B5054210F3B7}" destId="{1086C6AD-ADEB-4070-A12F-1750DE239830}" srcOrd="3" destOrd="0" parTransId="{24458A7F-1F44-4B9C-8515-5C1913271554}" sibTransId="{64431028-8B4E-48BC-8CBF-B34006CD39C1}"/>
    <dgm:cxn modelId="{A0B298CE-D0F6-4BE6-8656-681087A833F9}" srcId="{36FBF5E5-C7B2-4524-AF0D-B5054210F3B7}" destId="{17C1FFF0-5B82-480C-BD6B-9CCF8479F062}" srcOrd="0" destOrd="0" parTransId="{4365B23D-A524-44AF-B5FA-EF57C6664346}" sibTransId="{0EF55EEF-2EED-4D19-9E27-D9BCC5C106E7}"/>
    <dgm:cxn modelId="{71069AD6-93BE-437D-8AA9-8412EBF9E219}" type="presOf" srcId="{17C1FFF0-5B82-480C-BD6B-9CCF8479F062}" destId="{36B465FA-3ED7-4568-9AEC-EEE96BEE0DC8}" srcOrd="0" destOrd="0" presId="urn:microsoft.com/office/officeart/2018/2/layout/IconCircleList"/>
    <dgm:cxn modelId="{B5C3E6F2-9234-426B-860E-F4A0F8DAEB25}" type="presOf" srcId="{0E3D8351-3F38-4642-A9DF-13D11EE172BB}" destId="{BCA53E1D-A422-4211-B98B-E81421F36FEE}" srcOrd="0" destOrd="0" presId="urn:microsoft.com/office/officeart/2018/2/layout/IconCircleList"/>
    <dgm:cxn modelId="{77D2D7F6-B66E-430C-9260-0C7E3135E10A}" srcId="{36FBF5E5-C7B2-4524-AF0D-B5054210F3B7}" destId="{0E3D8351-3F38-4642-A9DF-13D11EE172BB}" srcOrd="1" destOrd="0" parTransId="{BCBFF224-EFCF-4F27-AEA2-CC576CAB8599}" sibTransId="{95C874BC-1E7B-4CCA-BB7D-301D4B8ACE4A}"/>
    <dgm:cxn modelId="{64393AC0-25F0-4CBA-9A3C-C9E3409EFD19}" type="presParOf" srcId="{90DF612C-E1AF-4842-A957-A2A3880E2B08}" destId="{F0EB81B4-F92A-4B8D-A54F-4F554E7E7DD8}" srcOrd="0" destOrd="0" presId="urn:microsoft.com/office/officeart/2018/2/layout/IconCircleList"/>
    <dgm:cxn modelId="{56F5E85D-0B40-40A7-B9EB-FE1A843029AD}" type="presParOf" srcId="{F0EB81B4-F92A-4B8D-A54F-4F554E7E7DD8}" destId="{654C668A-38D3-4FEB-A101-DACF0E176BF3}" srcOrd="0" destOrd="0" presId="urn:microsoft.com/office/officeart/2018/2/layout/IconCircleList"/>
    <dgm:cxn modelId="{C5C2A9BC-72D0-426A-912B-B032F1AA850E}" type="presParOf" srcId="{654C668A-38D3-4FEB-A101-DACF0E176BF3}" destId="{5C792049-0BD9-4F1F-BE9A-2EA192E56088}" srcOrd="0" destOrd="0" presId="urn:microsoft.com/office/officeart/2018/2/layout/IconCircleList"/>
    <dgm:cxn modelId="{25F00D69-5E6B-4A4F-9A49-F9E3BA0CDB24}" type="presParOf" srcId="{654C668A-38D3-4FEB-A101-DACF0E176BF3}" destId="{1208CFF9-EA11-41FA-BAA0-44E3393EC74B}" srcOrd="1" destOrd="0" presId="urn:microsoft.com/office/officeart/2018/2/layout/IconCircleList"/>
    <dgm:cxn modelId="{91C33DB8-4DAC-4735-9151-8B34BD2E4DA9}" type="presParOf" srcId="{654C668A-38D3-4FEB-A101-DACF0E176BF3}" destId="{DB47A682-69EA-44BA-8455-9F0C7582F4B9}" srcOrd="2" destOrd="0" presId="urn:microsoft.com/office/officeart/2018/2/layout/IconCircleList"/>
    <dgm:cxn modelId="{A365402E-A141-4056-B703-1A723B3F8B87}" type="presParOf" srcId="{654C668A-38D3-4FEB-A101-DACF0E176BF3}" destId="{36B465FA-3ED7-4568-9AEC-EEE96BEE0DC8}" srcOrd="3" destOrd="0" presId="urn:microsoft.com/office/officeart/2018/2/layout/IconCircleList"/>
    <dgm:cxn modelId="{9087DFE4-4319-411D-B4BB-59B81559C537}" type="presParOf" srcId="{F0EB81B4-F92A-4B8D-A54F-4F554E7E7DD8}" destId="{B21B9C51-187B-4ADA-8497-D668B91F5028}" srcOrd="1" destOrd="0" presId="urn:microsoft.com/office/officeart/2018/2/layout/IconCircleList"/>
    <dgm:cxn modelId="{2F624379-5EBD-466C-978E-AC98B0A15D76}" type="presParOf" srcId="{F0EB81B4-F92A-4B8D-A54F-4F554E7E7DD8}" destId="{509BA99F-824B-4457-A8FA-C1BBD5C41221}" srcOrd="2" destOrd="0" presId="urn:microsoft.com/office/officeart/2018/2/layout/IconCircleList"/>
    <dgm:cxn modelId="{D97DE33E-70F9-4D3F-8E32-8539046C70D7}" type="presParOf" srcId="{509BA99F-824B-4457-A8FA-C1BBD5C41221}" destId="{0A8AAA7E-FF8B-492A-81CC-F7A9ADE17CA1}" srcOrd="0" destOrd="0" presId="urn:microsoft.com/office/officeart/2018/2/layout/IconCircleList"/>
    <dgm:cxn modelId="{F8E369CD-D948-426C-8933-8B7BA8AE7234}" type="presParOf" srcId="{509BA99F-824B-4457-A8FA-C1BBD5C41221}" destId="{C2D15F4C-BB06-442E-A419-FE0B975BF3BA}" srcOrd="1" destOrd="0" presId="urn:microsoft.com/office/officeart/2018/2/layout/IconCircleList"/>
    <dgm:cxn modelId="{E52D360A-02F7-4FE9-A182-57BC1C53AA88}" type="presParOf" srcId="{509BA99F-824B-4457-A8FA-C1BBD5C41221}" destId="{8FD5C695-6D68-47E3-959F-AAED9F449EB9}" srcOrd="2" destOrd="0" presId="urn:microsoft.com/office/officeart/2018/2/layout/IconCircleList"/>
    <dgm:cxn modelId="{86B5EE40-3507-48D1-A13D-19364BCB1507}" type="presParOf" srcId="{509BA99F-824B-4457-A8FA-C1BBD5C41221}" destId="{BCA53E1D-A422-4211-B98B-E81421F36FEE}" srcOrd="3" destOrd="0" presId="urn:microsoft.com/office/officeart/2018/2/layout/IconCircleList"/>
    <dgm:cxn modelId="{64D2EC3C-645A-46A2-B7A2-D1E65F80F73D}" type="presParOf" srcId="{F0EB81B4-F92A-4B8D-A54F-4F554E7E7DD8}" destId="{1015DB4C-DC29-4F21-8076-DA45D05A72C0}" srcOrd="3" destOrd="0" presId="urn:microsoft.com/office/officeart/2018/2/layout/IconCircleList"/>
    <dgm:cxn modelId="{69C5A117-262D-4373-8CD6-E5F935FF715D}" type="presParOf" srcId="{F0EB81B4-F92A-4B8D-A54F-4F554E7E7DD8}" destId="{3F29D470-6461-4474-B5AF-30BBE2F544C3}" srcOrd="4" destOrd="0" presId="urn:microsoft.com/office/officeart/2018/2/layout/IconCircleList"/>
    <dgm:cxn modelId="{B440707A-3177-4797-8155-70627E73516D}" type="presParOf" srcId="{3F29D470-6461-4474-B5AF-30BBE2F544C3}" destId="{38A8465E-383E-4386-8B95-E115F57D5BFB}" srcOrd="0" destOrd="0" presId="urn:microsoft.com/office/officeart/2018/2/layout/IconCircleList"/>
    <dgm:cxn modelId="{E8E50DB7-8F19-43D0-9EF8-FA31631924D6}" type="presParOf" srcId="{3F29D470-6461-4474-B5AF-30BBE2F544C3}" destId="{D80F89D8-A332-4B2A-93AD-B769586396BB}" srcOrd="1" destOrd="0" presId="urn:microsoft.com/office/officeart/2018/2/layout/IconCircleList"/>
    <dgm:cxn modelId="{F6CB3461-0287-4154-A71F-C1A47DE7E0B5}" type="presParOf" srcId="{3F29D470-6461-4474-B5AF-30BBE2F544C3}" destId="{0209AA9D-8950-492E-866A-3DA692E23915}" srcOrd="2" destOrd="0" presId="urn:microsoft.com/office/officeart/2018/2/layout/IconCircleList"/>
    <dgm:cxn modelId="{53B793CC-614C-4CAB-8B7F-4C86CFB157A2}" type="presParOf" srcId="{3F29D470-6461-4474-B5AF-30BBE2F544C3}" destId="{7EF5732C-532B-41DD-A4B9-402C31F20DDC}" srcOrd="3" destOrd="0" presId="urn:microsoft.com/office/officeart/2018/2/layout/IconCircleList"/>
    <dgm:cxn modelId="{8CC85C28-DF2B-4DCA-90E1-CBCCDE3DC2B2}" type="presParOf" srcId="{F0EB81B4-F92A-4B8D-A54F-4F554E7E7DD8}" destId="{9314F7D5-4FD7-4B80-82B9-59177089FECC}" srcOrd="5" destOrd="0" presId="urn:microsoft.com/office/officeart/2018/2/layout/IconCircleList"/>
    <dgm:cxn modelId="{17014EE0-9F4D-49D8-B7D7-DB40052C66AC}" type="presParOf" srcId="{F0EB81B4-F92A-4B8D-A54F-4F554E7E7DD8}" destId="{773E269C-C1EF-4C3A-B8DB-E6C1290102A0}" srcOrd="6" destOrd="0" presId="urn:microsoft.com/office/officeart/2018/2/layout/IconCircleList"/>
    <dgm:cxn modelId="{F69EFDEF-8D14-460A-B19B-55EF4BDC99FB}" type="presParOf" srcId="{773E269C-C1EF-4C3A-B8DB-E6C1290102A0}" destId="{D747999C-4E7A-4161-9611-BD5B9B5EF66E}" srcOrd="0" destOrd="0" presId="urn:microsoft.com/office/officeart/2018/2/layout/IconCircleList"/>
    <dgm:cxn modelId="{85AE894E-E3EE-4FA1-A8DC-684EF3199B95}" type="presParOf" srcId="{773E269C-C1EF-4C3A-B8DB-E6C1290102A0}" destId="{51E8FFE9-4ED0-4928-86A7-935134B88D94}" srcOrd="1" destOrd="0" presId="urn:microsoft.com/office/officeart/2018/2/layout/IconCircleList"/>
    <dgm:cxn modelId="{FA7ECAFB-1F43-4BA9-AB99-5652720541C5}" type="presParOf" srcId="{773E269C-C1EF-4C3A-B8DB-E6C1290102A0}" destId="{1C94C239-C605-4CF0-80E4-9ABF2965BDEE}" srcOrd="2" destOrd="0" presId="urn:microsoft.com/office/officeart/2018/2/layout/IconCircleList"/>
    <dgm:cxn modelId="{F2170521-F052-468E-9CC1-392FE7517A4E}" type="presParOf" srcId="{773E269C-C1EF-4C3A-B8DB-E6C1290102A0}" destId="{392AF0BC-4BED-48C1-8DF2-17C2C2D9B26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79EA3A-9676-418B-890D-F0E421D41B0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BF28B7-D669-472D-AF4C-F365A0D821D8}">
      <dgm:prSet/>
      <dgm:spPr/>
      <dgm:t>
        <a:bodyPr/>
        <a:lstStyle/>
        <a:p>
          <a:r>
            <a:rPr lang="en-US"/>
            <a:t>• Integrated .pkl model into prototype UI</a:t>
          </a:r>
        </a:p>
      </dgm:t>
    </dgm:pt>
    <dgm:pt modelId="{4226E27A-6661-42EB-8102-D777F5188C25}" type="parTrans" cxnId="{C8F230C3-C57D-4D9D-B889-BF8A5720EE9B}">
      <dgm:prSet/>
      <dgm:spPr/>
      <dgm:t>
        <a:bodyPr/>
        <a:lstStyle/>
        <a:p>
          <a:endParaRPr lang="en-US"/>
        </a:p>
      </dgm:t>
    </dgm:pt>
    <dgm:pt modelId="{5E66C27E-8E48-4D15-B009-5E6BD43F3E4F}" type="sibTrans" cxnId="{C8F230C3-C57D-4D9D-B889-BF8A5720EE9B}">
      <dgm:prSet/>
      <dgm:spPr/>
      <dgm:t>
        <a:bodyPr/>
        <a:lstStyle/>
        <a:p>
          <a:endParaRPr lang="en-US"/>
        </a:p>
      </dgm:t>
    </dgm:pt>
    <dgm:pt modelId="{7080AD97-9387-4AEF-81FD-5FB0914002A8}">
      <dgm:prSet/>
      <dgm:spPr/>
      <dgm:t>
        <a:bodyPr/>
        <a:lstStyle/>
        <a:p>
          <a:r>
            <a:rPr lang="en-US"/>
            <a:t>• CSV upload → automatic preprocessing</a:t>
          </a:r>
        </a:p>
      </dgm:t>
    </dgm:pt>
    <dgm:pt modelId="{F3245B35-855F-451F-B353-B3A983F31C66}" type="parTrans" cxnId="{053DCA55-5746-46A2-9B76-383E6DAB27F7}">
      <dgm:prSet/>
      <dgm:spPr/>
      <dgm:t>
        <a:bodyPr/>
        <a:lstStyle/>
        <a:p>
          <a:endParaRPr lang="en-US"/>
        </a:p>
      </dgm:t>
    </dgm:pt>
    <dgm:pt modelId="{487B2ABA-BBAD-4FA7-957C-789E704AFC05}" type="sibTrans" cxnId="{053DCA55-5746-46A2-9B76-383E6DAB27F7}">
      <dgm:prSet/>
      <dgm:spPr/>
      <dgm:t>
        <a:bodyPr/>
        <a:lstStyle/>
        <a:p>
          <a:endParaRPr lang="en-US"/>
        </a:p>
      </dgm:t>
    </dgm:pt>
    <dgm:pt modelId="{135A2D3D-E5D2-40E3-96C3-6906091E16A7}">
      <dgm:prSet/>
      <dgm:spPr/>
      <dgm:t>
        <a:bodyPr/>
        <a:lstStyle/>
        <a:p>
          <a:r>
            <a:rPr lang="en-US"/>
            <a:t>• Outputs:</a:t>
          </a:r>
        </a:p>
      </dgm:t>
    </dgm:pt>
    <dgm:pt modelId="{DCA09258-B350-4430-8867-26EEAB54306D}" type="parTrans" cxnId="{81EEC6A5-A711-47D5-843E-809260B96649}">
      <dgm:prSet/>
      <dgm:spPr/>
      <dgm:t>
        <a:bodyPr/>
        <a:lstStyle/>
        <a:p>
          <a:endParaRPr lang="en-US"/>
        </a:p>
      </dgm:t>
    </dgm:pt>
    <dgm:pt modelId="{F3CACF2F-515F-40E5-87B9-A63559F070EC}" type="sibTrans" cxnId="{81EEC6A5-A711-47D5-843E-809260B96649}">
      <dgm:prSet/>
      <dgm:spPr/>
      <dgm:t>
        <a:bodyPr/>
        <a:lstStyle/>
        <a:p>
          <a:endParaRPr lang="en-US"/>
        </a:p>
      </dgm:t>
    </dgm:pt>
    <dgm:pt modelId="{959B0AF1-D6A9-42F2-99E8-29B337E41B5B}">
      <dgm:prSet/>
      <dgm:spPr/>
      <dgm:t>
        <a:bodyPr/>
        <a:lstStyle/>
        <a:p>
          <a:r>
            <a:rPr lang="en-US"/>
            <a:t>– Weekly demand predictions</a:t>
          </a:r>
        </a:p>
      </dgm:t>
    </dgm:pt>
    <dgm:pt modelId="{9525F632-CE3C-4D44-B290-2D07630363C1}" type="parTrans" cxnId="{1570BE27-46FD-4ADC-A449-7E7DBCA35268}">
      <dgm:prSet/>
      <dgm:spPr/>
      <dgm:t>
        <a:bodyPr/>
        <a:lstStyle/>
        <a:p>
          <a:endParaRPr lang="en-US"/>
        </a:p>
      </dgm:t>
    </dgm:pt>
    <dgm:pt modelId="{15AEABB2-308C-430C-9AEC-FB7D57DD098D}" type="sibTrans" cxnId="{1570BE27-46FD-4ADC-A449-7E7DBCA35268}">
      <dgm:prSet/>
      <dgm:spPr/>
      <dgm:t>
        <a:bodyPr/>
        <a:lstStyle/>
        <a:p>
          <a:endParaRPr lang="en-US"/>
        </a:p>
      </dgm:t>
    </dgm:pt>
    <dgm:pt modelId="{0617F76E-D7F9-4FCF-BDFD-12CEADFB5367}">
      <dgm:prSet/>
      <dgm:spPr/>
      <dgm:t>
        <a:bodyPr/>
        <a:lstStyle/>
        <a:p>
          <a:r>
            <a:rPr lang="en-US"/>
            <a:t>– Trending product recommendations</a:t>
          </a:r>
        </a:p>
      </dgm:t>
    </dgm:pt>
    <dgm:pt modelId="{F8E3F651-31F6-4E39-8900-692831741870}" type="parTrans" cxnId="{70326AE9-477C-4EF7-A938-AD11A9701511}">
      <dgm:prSet/>
      <dgm:spPr/>
      <dgm:t>
        <a:bodyPr/>
        <a:lstStyle/>
        <a:p>
          <a:endParaRPr lang="en-US"/>
        </a:p>
      </dgm:t>
    </dgm:pt>
    <dgm:pt modelId="{AF464C6E-8353-4D03-88DF-DAEEAF1360F8}" type="sibTrans" cxnId="{70326AE9-477C-4EF7-A938-AD11A9701511}">
      <dgm:prSet/>
      <dgm:spPr/>
      <dgm:t>
        <a:bodyPr/>
        <a:lstStyle/>
        <a:p>
          <a:endParaRPr lang="en-US"/>
        </a:p>
      </dgm:t>
    </dgm:pt>
    <dgm:pt modelId="{C1415C4C-EBC7-44F0-9B13-DF50AA20955A}">
      <dgm:prSet/>
      <dgm:spPr/>
      <dgm:t>
        <a:bodyPr/>
        <a:lstStyle/>
        <a:p>
          <a:r>
            <a:rPr lang="en-US"/>
            <a:t>• Demonstrates real-world retail workflow</a:t>
          </a:r>
        </a:p>
      </dgm:t>
    </dgm:pt>
    <dgm:pt modelId="{BC53E01C-C353-4A13-A0C2-D80B22087E3A}" type="parTrans" cxnId="{A73E78A4-1927-4FB7-B48B-484A1C7EF9BA}">
      <dgm:prSet/>
      <dgm:spPr/>
      <dgm:t>
        <a:bodyPr/>
        <a:lstStyle/>
        <a:p>
          <a:endParaRPr lang="en-US"/>
        </a:p>
      </dgm:t>
    </dgm:pt>
    <dgm:pt modelId="{09E55467-BE97-4E29-9AEF-30F33628BA0C}" type="sibTrans" cxnId="{A73E78A4-1927-4FB7-B48B-484A1C7EF9BA}">
      <dgm:prSet/>
      <dgm:spPr/>
      <dgm:t>
        <a:bodyPr/>
        <a:lstStyle/>
        <a:p>
          <a:endParaRPr lang="en-US"/>
        </a:p>
      </dgm:t>
    </dgm:pt>
    <dgm:pt modelId="{CF729A0F-1320-244C-B222-21FC924E81CB}" type="pres">
      <dgm:prSet presAssocID="{BB79EA3A-9676-418B-890D-F0E421D41B02}" presName="Name0" presStyleCnt="0">
        <dgm:presLayoutVars>
          <dgm:dir/>
          <dgm:resizeHandles val="exact"/>
        </dgm:presLayoutVars>
      </dgm:prSet>
      <dgm:spPr/>
    </dgm:pt>
    <dgm:pt modelId="{655CC37F-1D1A-6443-9FE6-36F9511B9AB7}" type="pres">
      <dgm:prSet presAssocID="{FEBF28B7-D669-472D-AF4C-F365A0D821D8}" presName="node" presStyleLbl="node1" presStyleIdx="0" presStyleCnt="6">
        <dgm:presLayoutVars>
          <dgm:bulletEnabled val="1"/>
        </dgm:presLayoutVars>
      </dgm:prSet>
      <dgm:spPr/>
    </dgm:pt>
    <dgm:pt modelId="{D7BBAB5F-1B2A-7449-9AD2-7268FFCBD5D5}" type="pres">
      <dgm:prSet presAssocID="{5E66C27E-8E48-4D15-B009-5E6BD43F3E4F}" presName="sibTrans" presStyleLbl="sibTrans1D1" presStyleIdx="0" presStyleCnt="5"/>
      <dgm:spPr/>
    </dgm:pt>
    <dgm:pt modelId="{8A7725CE-6CBB-FB42-A489-557C258804F0}" type="pres">
      <dgm:prSet presAssocID="{5E66C27E-8E48-4D15-B009-5E6BD43F3E4F}" presName="connectorText" presStyleLbl="sibTrans1D1" presStyleIdx="0" presStyleCnt="5"/>
      <dgm:spPr/>
    </dgm:pt>
    <dgm:pt modelId="{9E4BA03A-7C6E-1843-89F5-B7643D1D8450}" type="pres">
      <dgm:prSet presAssocID="{7080AD97-9387-4AEF-81FD-5FB0914002A8}" presName="node" presStyleLbl="node1" presStyleIdx="1" presStyleCnt="6">
        <dgm:presLayoutVars>
          <dgm:bulletEnabled val="1"/>
        </dgm:presLayoutVars>
      </dgm:prSet>
      <dgm:spPr/>
    </dgm:pt>
    <dgm:pt modelId="{0EF0B0D1-2846-3A4A-AB77-3695EB3215E5}" type="pres">
      <dgm:prSet presAssocID="{487B2ABA-BBAD-4FA7-957C-789E704AFC05}" presName="sibTrans" presStyleLbl="sibTrans1D1" presStyleIdx="1" presStyleCnt="5"/>
      <dgm:spPr/>
    </dgm:pt>
    <dgm:pt modelId="{F02816D0-6324-8745-AAD8-E1B0C66D263C}" type="pres">
      <dgm:prSet presAssocID="{487B2ABA-BBAD-4FA7-957C-789E704AFC05}" presName="connectorText" presStyleLbl="sibTrans1D1" presStyleIdx="1" presStyleCnt="5"/>
      <dgm:spPr/>
    </dgm:pt>
    <dgm:pt modelId="{1CE1B732-F031-6C42-A051-E695EB366012}" type="pres">
      <dgm:prSet presAssocID="{135A2D3D-E5D2-40E3-96C3-6906091E16A7}" presName="node" presStyleLbl="node1" presStyleIdx="2" presStyleCnt="6">
        <dgm:presLayoutVars>
          <dgm:bulletEnabled val="1"/>
        </dgm:presLayoutVars>
      </dgm:prSet>
      <dgm:spPr/>
    </dgm:pt>
    <dgm:pt modelId="{69767E1D-C893-0445-AE98-2EDDA5F98F01}" type="pres">
      <dgm:prSet presAssocID="{F3CACF2F-515F-40E5-87B9-A63559F070EC}" presName="sibTrans" presStyleLbl="sibTrans1D1" presStyleIdx="2" presStyleCnt="5"/>
      <dgm:spPr/>
    </dgm:pt>
    <dgm:pt modelId="{106BC5EC-04BB-6548-ACFE-4BFDCBE0134D}" type="pres">
      <dgm:prSet presAssocID="{F3CACF2F-515F-40E5-87B9-A63559F070EC}" presName="connectorText" presStyleLbl="sibTrans1D1" presStyleIdx="2" presStyleCnt="5"/>
      <dgm:spPr/>
    </dgm:pt>
    <dgm:pt modelId="{C10CA458-3E78-7C42-A43E-48CAA9912C78}" type="pres">
      <dgm:prSet presAssocID="{959B0AF1-D6A9-42F2-99E8-29B337E41B5B}" presName="node" presStyleLbl="node1" presStyleIdx="3" presStyleCnt="6">
        <dgm:presLayoutVars>
          <dgm:bulletEnabled val="1"/>
        </dgm:presLayoutVars>
      </dgm:prSet>
      <dgm:spPr/>
    </dgm:pt>
    <dgm:pt modelId="{D08C9A53-B285-B349-B497-D25DD74FB465}" type="pres">
      <dgm:prSet presAssocID="{15AEABB2-308C-430C-9AEC-FB7D57DD098D}" presName="sibTrans" presStyleLbl="sibTrans1D1" presStyleIdx="3" presStyleCnt="5"/>
      <dgm:spPr/>
    </dgm:pt>
    <dgm:pt modelId="{CC347696-DBC3-BA4E-9E71-96E68DD039E4}" type="pres">
      <dgm:prSet presAssocID="{15AEABB2-308C-430C-9AEC-FB7D57DD098D}" presName="connectorText" presStyleLbl="sibTrans1D1" presStyleIdx="3" presStyleCnt="5"/>
      <dgm:spPr/>
    </dgm:pt>
    <dgm:pt modelId="{3F13F113-397E-3B4E-8B2D-91549C783523}" type="pres">
      <dgm:prSet presAssocID="{0617F76E-D7F9-4FCF-BDFD-12CEADFB5367}" presName="node" presStyleLbl="node1" presStyleIdx="4" presStyleCnt="6">
        <dgm:presLayoutVars>
          <dgm:bulletEnabled val="1"/>
        </dgm:presLayoutVars>
      </dgm:prSet>
      <dgm:spPr/>
    </dgm:pt>
    <dgm:pt modelId="{EA8A79E1-70D7-C94F-8635-54023C77B560}" type="pres">
      <dgm:prSet presAssocID="{AF464C6E-8353-4D03-88DF-DAEEAF1360F8}" presName="sibTrans" presStyleLbl="sibTrans1D1" presStyleIdx="4" presStyleCnt="5"/>
      <dgm:spPr/>
    </dgm:pt>
    <dgm:pt modelId="{AE002E92-6DBC-D14A-BD05-60BA647DAA1E}" type="pres">
      <dgm:prSet presAssocID="{AF464C6E-8353-4D03-88DF-DAEEAF1360F8}" presName="connectorText" presStyleLbl="sibTrans1D1" presStyleIdx="4" presStyleCnt="5"/>
      <dgm:spPr/>
    </dgm:pt>
    <dgm:pt modelId="{8D6C29C9-7697-4A4F-9EB3-0ABBDCCD3DD8}" type="pres">
      <dgm:prSet presAssocID="{C1415C4C-EBC7-44F0-9B13-DF50AA20955A}" presName="node" presStyleLbl="node1" presStyleIdx="5" presStyleCnt="6">
        <dgm:presLayoutVars>
          <dgm:bulletEnabled val="1"/>
        </dgm:presLayoutVars>
      </dgm:prSet>
      <dgm:spPr/>
    </dgm:pt>
  </dgm:ptLst>
  <dgm:cxnLst>
    <dgm:cxn modelId="{5E4E5A00-96A1-EF45-8885-B4EB3D9EB392}" type="presOf" srcId="{F3CACF2F-515F-40E5-87B9-A63559F070EC}" destId="{106BC5EC-04BB-6548-ACFE-4BFDCBE0134D}" srcOrd="1" destOrd="0" presId="urn:microsoft.com/office/officeart/2016/7/layout/RepeatingBendingProcessNew"/>
    <dgm:cxn modelId="{FD32B400-08C4-104C-98A8-6A85DBB26C0E}" type="presOf" srcId="{F3CACF2F-515F-40E5-87B9-A63559F070EC}" destId="{69767E1D-C893-0445-AE98-2EDDA5F98F01}" srcOrd="0" destOrd="0" presId="urn:microsoft.com/office/officeart/2016/7/layout/RepeatingBendingProcessNew"/>
    <dgm:cxn modelId="{5F809926-200C-0F42-B872-6D8ED9F10D71}" type="presOf" srcId="{0617F76E-D7F9-4FCF-BDFD-12CEADFB5367}" destId="{3F13F113-397E-3B4E-8B2D-91549C783523}" srcOrd="0" destOrd="0" presId="urn:microsoft.com/office/officeart/2016/7/layout/RepeatingBendingProcessNew"/>
    <dgm:cxn modelId="{1570BE27-46FD-4ADC-A449-7E7DBCA35268}" srcId="{BB79EA3A-9676-418B-890D-F0E421D41B02}" destId="{959B0AF1-D6A9-42F2-99E8-29B337E41B5B}" srcOrd="3" destOrd="0" parTransId="{9525F632-CE3C-4D44-B290-2D07630363C1}" sibTransId="{15AEABB2-308C-430C-9AEC-FB7D57DD098D}"/>
    <dgm:cxn modelId="{8B2AAF4D-F6B8-A146-8B8C-3577DF37E3B5}" type="presOf" srcId="{487B2ABA-BBAD-4FA7-957C-789E704AFC05}" destId="{0EF0B0D1-2846-3A4A-AB77-3695EB3215E5}" srcOrd="0" destOrd="0" presId="urn:microsoft.com/office/officeart/2016/7/layout/RepeatingBendingProcessNew"/>
    <dgm:cxn modelId="{053DCA55-5746-46A2-9B76-383E6DAB27F7}" srcId="{BB79EA3A-9676-418B-890D-F0E421D41B02}" destId="{7080AD97-9387-4AEF-81FD-5FB0914002A8}" srcOrd="1" destOrd="0" parTransId="{F3245B35-855F-451F-B353-B3A983F31C66}" sibTransId="{487B2ABA-BBAD-4FA7-957C-789E704AFC05}"/>
    <dgm:cxn modelId="{8221EC5C-D4BC-FB47-BF11-478C2D2A54F4}" type="presOf" srcId="{AF464C6E-8353-4D03-88DF-DAEEAF1360F8}" destId="{EA8A79E1-70D7-C94F-8635-54023C77B560}" srcOrd="0" destOrd="0" presId="urn:microsoft.com/office/officeart/2016/7/layout/RepeatingBendingProcessNew"/>
    <dgm:cxn modelId="{1EA9A05D-A279-6545-9D11-0CE3E31970FF}" type="presOf" srcId="{959B0AF1-D6A9-42F2-99E8-29B337E41B5B}" destId="{C10CA458-3E78-7C42-A43E-48CAA9912C78}" srcOrd="0" destOrd="0" presId="urn:microsoft.com/office/officeart/2016/7/layout/RepeatingBendingProcessNew"/>
    <dgm:cxn modelId="{2E348362-9288-EB4D-9D84-83A6FE803649}" type="presOf" srcId="{BB79EA3A-9676-418B-890D-F0E421D41B02}" destId="{CF729A0F-1320-244C-B222-21FC924E81CB}" srcOrd="0" destOrd="0" presId="urn:microsoft.com/office/officeart/2016/7/layout/RepeatingBendingProcessNew"/>
    <dgm:cxn modelId="{140D4E6C-D1FC-5C4A-910B-5750EE0D8B0A}" type="presOf" srcId="{135A2D3D-E5D2-40E3-96C3-6906091E16A7}" destId="{1CE1B732-F031-6C42-A051-E695EB366012}" srcOrd="0" destOrd="0" presId="urn:microsoft.com/office/officeart/2016/7/layout/RepeatingBendingProcessNew"/>
    <dgm:cxn modelId="{06252E7C-E88A-8044-B21A-2E4AB0970956}" type="presOf" srcId="{487B2ABA-BBAD-4FA7-957C-789E704AFC05}" destId="{F02816D0-6324-8745-AAD8-E1B0C66D263C}" srcOrd="1" destOrd="0" presId="urn:microsoft.com/office/officeart/2016/7/layout/RepeatingBendingProcessNew"/>
    <dgm:cxn modelId="{F289279C-423A-5A41-AE9C-6C43E73777DD}" type="presOf" srcId="{AF464C6E-8353-4D03-88DF-DAEEAF1360F8}" destId="{AE002E92-6DBC-D14A-BD05-60BA647DAA1E}" srcOrd="1" destOrd="0" presId="urn:microsoft.com/office/officeart/2016/7/layout/RepeatingBendingProcessNew"/>
    <dgm:cxn modelId="{A73E78A4-1927-4FB7-B48B-484A1C7EF9BA}" srcId="{BB79EA3A-9676-418B-890D-F0E421D41B02}" destId="{C1415C4C-EBC7-44F0-9B13-DF50AA20955A}" srcOrd="5" destOrd="0" parTransId="{BC53E01C-C353-4A13-A0C2-D80B22087E3A}" sibTransId="{09E55467-BE97-4E29-9AEF-30F33628BA0C}"/>
    <dgm:cxn modelId="{81EEC6A5-A711-47D5-843E-809260B96649}" srcId="{BB79EA3A-9676-418B-890D-F0E421D41B02}" destId="{135A2D3D-E5D2-40E3-96C3-6906091E16A7}" srcOrd="2" destOrd="0" parTransId="{DCA09258-B350-4430-8867-26EEAB54306D}" sibTransId="{F3CACF2F-515F-40E5-87B9-A63559F070EC}"/>
    <dgm:cxn modelId="{AF8D84A6-E90F-114C-A05B-8DD3CE94F238}" type="presOf" srcId="{FEBF28B7-D669-472D-AF4C-F365A0D821D8}" destId="{655CC37F-1D1A-6443-9FE6-36F9511B9AB7}" srcOrd="0" destOrd="0" presId="urn:microsoft.com/office/officeart/2016/7/layout/RepeatingBendingProcessNew"/>
    <dgm:cxn modelId="{CEBC83AB-60F5-7D4B-A802-02EAB023AB0B}" type="presOf" srcId="{15AEABB2-308C-430C-9AEC-FB7D57DD098D}" destId="{D08C9A53-B285-B349-B497-D25DD74FB465}" srcOrd="0" destOrd="0" presId="urn:microsoft.com/office/officeart/2016/7/layout/RepeatingBendingProcessNew"/>
    <dgm:cxn modelId="{6AE8AFC0-325F-C84F-9EC1-DF9F87831EA9}" type="presOf" srcId="{15AEABB2-308C-430C-9AEC-FB7D57DD098D}" destId="{CC347696-DBC3-BA4E-9E71-96E68DD039E4}" srcOrd="1" destOrd="0" presId="urn:microsoft.com/office/officeart/2016/7/layout/RepeatingBendingProcessNew"/>
    <dgm:cxn modelId="{C8F230C3-C57D-4D9D-B889-BF8A5720EE9B}" srcId="{BB79EA3A-9676-418B-890D-F0E421D41B02}" destId="{FEBF28B7-D669-472D-AF4C-F365A0D821D8}" srcOrd="0" destOrd="0" parTransId="{4226E27A-6661-42EB-8102-D777F5188C25}" sibTransId="{5E66C27E-8E48-4D15-B009-5E6BD43F3E4F}"/>
    <dgm:cxn modelId="{C53650D3-6560-FC47-BC79-C97690C0A127}" type="presOf" srcId="{7080AD97-9387-4AEF-81FD-5FB0914002A8}" destId="{9E4BA03A-7C6E-1843-89F5-B7643D1D8450}" srcOrd="0" destOrd="0" presId="urn:microsoft.com/office/officeart/2016/7/layout/RepeatingBendingProcessNew"/>
    <dgm:cxn modelId="{769CC7DD-C56A-4A4E-8D0D-A1E67CFA4E33}" type="presOf" srcId="{5E66C27E-8E48-4D15-B009-5E6BD43F3E4F}" destId="{D7BBAB5F-1B2A-7449-9AD2-7268FFCBD5D5}" srcOrd="0" destOrd="0" presId="urn:microsoft.com/office/officeart/2016/7/layout/RepeatingBendingProcessNew"/>
    <dgm:cxn modelId="{2D10FFE3-0B3F-E641-8930-2BF01D0A7979}" type="presOf" srcId="{5E66C27E-8E48-4D15-B009-5E6BD43F3E4F}" destId="{8A7725CE-6CBB-FB42-A489-557C258804F0}" srcOrd="1" destOrd="0" presId="urn:microsoft.com/office/officeart/2016/7/layout/RepeatingBendingProcessNew"/>
    <dgm:cxn modelId="{70326AE9-477C-4EF7-A938-AD11A9701511}" srcId="{BB79EA3A-9676-418B-890D-F0E421D41B02}" destId="{0617F76E-D7F9-4FCF-BDFD-12CEADFB5367}" srcOrd="4" destOrd="0" parTransId="{F8E3F651-31F6-4E39-8900-692831741870}" sibTransId="{AF464C6E-8353-4D03-88DF-DAEEAF1360F8}"/>
    <dgm:cxn modelId="{BA7966EA-A5AF-AA41-8AA0-4310C143107A}" type="presOf" srcId="{C1415C4C-EBC7-44F0-9B13-DF50AA20955A}" destId="{8D6C29C9-7697-4A4F-9EB3-0ABBDCCD3DD8}" srcOrd="0" destOrd="0" presId="urn:microsoft.com/office/officeart/2016/7/layout/RepeatingBendingProcessNew"/>
    <dgm:cxn modelId="{21C52C53-D0A7-4649-8009-EA57C27957DD}" type="presParOf" srcId="{CF729A0F-1320-244C-B222-21FC924E81CB}" destId="{655CC37F-1D1A-6443-9FE6-36F9511B9AB7}" srcOrd="0" destOrd="0" presId="urn:microsoft.com/office/officeart/2016/7/layout/RepeatingBendingProcessNew"/>
    <dgm:cxn modelId="{C3F9B657-B9B1-F640-A65D-D09B25AC5260}" type="presParOf" srcId="{CF729A0F-1320-244C-B222-21FC924E81CB}" destId="{D7BBAB5F-1B2A-7449-9AD2-7268FFCBD5D5}" srcOrd="1" destOrd="0" presId="urn:microsoft.com/office/officeart/2016/7/layout/RepeatingBendingProcessNew"/>
    <dgm:cxn modelId="{E7799501-CD1E-504F-BF69-BF8D2F37C5DE}" type="presParOf" srcId="{D7BBAB5F-1B2A-7449-9AD2-7268FFCBD5D5}" destId="{8A7725CE-6CBB-FB42-A489-557C258804F0}" srcOrd="0" destOrd="0" presId="urn:microsoft.com/office/officeart/2016/7/layout/RepeatingBendingProcessNew"/>
    <dgm:cxn modelId="{8390B013-B762-1644-B5E7-F85E0D33CA5E}" type="presParOf" srcId="{CF729A0F-1320-244C-B222-21FC924E81CB}" destId="{9E4BA03A-7C6E-1843-89F5-B7643D1D8450}" srcOrd="2" destOrd="0" presId="urn:microsoft.com/office/officeart/2016/7/layout/RepeatingBendingProcessNew"/>
    <dgm:cxn modelId="{BA1A52EB-39E0-4447-97A9-710BBA71754E}" type="presParOf" srcId="{CF729A0F-1320-244C-B222-21FC924E81CB}" destId="{0EF0B0D1-2846-3A4A-AB77-3695EB3215E5}" srcOrd="3" destOrd="0" presId="urn:microsoft.com/office/officeart/2016/7/layout/RepeatingBendingProcessNew"/>
    <dgm:cxn modelId="{2688A0F5-D903-4742-83B2-4FC575FC8BFA}" type="presParOf" srcId="{0EF0B0D1-2846-3A4A-AB77-3695EB3215E5}" destId="{F02816D0-6324-8745-AAD8-E1B0C66D263C}" srcOrd="0" destOrd="0" presId="urn:microsoft.com/office/officeart/2016/7/layout/RepeatingBendingProcessNew"/>
    <dgm:cxn modelId="{C6A4B872-1709-FA4D-96C2-8B9DE9C306C7}" type="presParOf" srcId="{CF729A0F-1320-244C-B222-21FC924E81CB}" destId="{1CE1B732-F031-6C42-A051-E695EB366012}" srcOrd="4" destOrd="0" presId="urn:microsoft.com/office/officeart/2016/7/layout/RepeatingBendingProcessNew"/>
    <dgm:cxn modelId="{76C5CE37-857D-9847-A902-1AD0B982AC6B}" type="presParOf" srcId="{CF729A0F-1320-244C-B222-21FC924E81CB}" destId="{69767E1D-C893-0445-AE98-2EDDA5F98F01}" srcOrd="5" destOrd="0" presId="urn:microsoft.com/office/officeart/2016/7/layout/RepeatingBendingProcessNew"/>
    <dgm:cxn modelId="{14934CE7-9B3D-5141-A5B4-EDA0F2BC2971}" type="presParOf" srcId="{69767E1D-C893-0445-AE98-2EDDA5F98F01}" destId="{106BC5EC-04BB-6548-ACFE-4BFDCBE0134D}" srcOrd="0" destOrd="0" presId="urn:microsoft.com/office/officeart/2016/7/layout/RepeatingBendingProcessNew"/>
    <dgm:cxn modelId="{FFF9F750-B5E4-E44D-B381-BCD26E0C5BF1}" type="presParOf" srcId="{CF729A0F-1320-244C-B222-21FC924E81CB}" destId="{C10CA458-3E78-7C42-A43E-48CAA9912C78}" srcOrd="6" destOrd="0" presId="urn:microsoft.com/office/officeart/2016/7/layout/RepeatingBendingProcessNew"/>
    <dgm:cxn modelId="{B2516A21-0D63-494D-BF7C-FF9672905CDA}" type="presParOf" srcId="{CF729A0F-1320-244C-B222-21FC924E81CB}" destId="{D08C9A53-B285-B349-B497-D25DD74FB465}" srcOrd="7" destOrd="0" presId="urn:microsoft.com/office/officeart/2016/7/layout/RepeatingBendingProcessNew"/>
    <dgm:cxn modelId="{57BF17DF-A9B2-8E40-9ABB-6E4CC7FA7181}" type="presParOf" srcId="{D08C9A53-B285-B349-B497-D25DD74FB465}" destId="{CC347696-DBC3-BA4E-9E71-96E68DD039E4}" srcOrd="0" destOrd="0" presId="urn:microsoft.com/office/officeart/2016/7/layout/RepeatingBendingProcessNew"/>
    <dgm:cxn modelId="{C3923D56-910E-D049-9DF5-26AD7E7F0CBC}" type="presParOf" srcId="{CF729A0F-1320-244C-B222-21FC924E81CB}" destId="{3F13F113-397E-3B4E-8B2D-91549C783523}" srcOrd="8" destOrd="0" presId="urn:microsoft.com/office/officeart/2016/7/layout/RepeatingBendingProcessNew"/>
    <dgm:cxn modelId="{B00E113E-694E-B745-A18E-64D50E15D045}" type="presParOf" srcId="{CF729A0F-1320-244C-B222-21FC924E81CB}" destId="{EA8A79E1-70D7-C94F-8635-54023C77B560}" srcOrd="9" destOrd="0" presId="urn:microsoft.com/office/officeart/2016/7/layout/RepeatingBendingProcessNew"/>
    <dgm:cxn modelId="{12136999-DD19-6945-A951-6E90C980F47C}" type="presParOf" srcId="{EA8A79E1-70D7-C94F-8635-54023C77B560}" destId="{AE002E92-6DBC-D14A-BD05-60BA647DAA1E}" srcOrd="0" destOrd="0" presId="urn:microsoft.com/office/officeart/2016/7/layout/RepeatingBendingProcessNew"/>
    <dgm:cxn modelId="{B0543A6D-8C46-AD46-B695-803D97E13286}" type="presParOf" srcId="{CF729A0F-1320-244C-B222-21FC924E81CB}" destId="{8D6C29C9-7697-4A4F-9EB3-0ABBDCCD3DD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0726BA-A284-4209-9B33-08487C95C49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53D581-8022-45E7-981B-A52DE9507152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https://github.com/AhadMaredia/AI-Portfolio-Artificial-Intel-Resource</a:t>
          </a:r>
          <a:br>
            <a:rPr lang="en-US" dirty="0"/>
          </a:br>
          <a:endParaRPr lang="en-US" dirty="0"/>
        </a:p>
      </dgm:t>
    </dgm:pt>
    <dgm:pt modelId="{72B692B2-5DE3-4EE7-B46E-5E282EDD5DFF}" type="parTrans" cxnId="{52948BD8-2AD2-4FFA-A0B6-762DD2B7E341}">
      <dgm:prSet/>
      <dgm:spPr/>
      <dgm:t>
        <a:bodyPr/>
        <a:lstStyle/>
        <a:p>
          <a:endParaRPr lang="en-US"/>
        </a:p>
      </dgm:t>
    </dgm:pt>
    <dgm:pt modelId="{622B8C5C-0476-4EB5-B8BE-829B58FA003A}" type="sibTrans" cxnId="{52948BD8-2AD2-4FFA-A0B6-762DD2B7E341}">
      <dgm:prSet/>
      <dgm:spPr/>
      <dgm:t>
        <a:bodyPr/>
        <a:lstStyle/>
        <a:p>
          <a:endParaRPr lang="en-US"/>
        </a:p>
      </dgm:t>
    </dgm:pt>
    <dgm:pt modelId="{EBC166C1-03D2-B040-BB9A-B4372168DD8A}" type="pres">
      <dgm:prSet presAssocID="{290726BA-A284-4209-9B33-08487C95C491}" presName="vert0" presStyleCnt="0">
        <dgm:presLayoutVars>
          <dgm:dir/>
          <dgm:animOne val="branch"/>
          <dgm:animLvl val="lvl"/>
        </dgm:presLayoutVars>
      </dgm:prSet>
      <dgm:spPr/>
    </dgm:pt>
    <dgm:pt modelId="{45B95D75-0B95-FF49-B80D-7ECA5BC00F1D}" type="pres">
      <dgm:prSet presAssocID="{DD53D581-8022-45E7-981B-A52DE9507152}" presName="thickLine" presStyleLbl="alignNode1" presStyleIdx="0" presStyleCnt="1"/>
      <dgm:spPr/>
    </dgm:pt>
    <dgm:pt modelId="{D41F9249-9A30-B745-98B8-7FCC0BE2C59A}" type="pres">
      <dgm:prSet presAssocID="{DD53D581-8022-45E7-981B-A52DE9507152}" presName="horz1" presStyleCnt="0"/>
      <dgm:spPr/>
    </dgm:pt>
    <dgm:pt modelId="{FFDC5E42-0C4A-CF4B-9557-AF4D7C598409}" type="pres">
      <dgm:prSet presAssocID="{DD53D581-8022-45E7-981B-A52DE9507152}" presName="tx1" presStyleLbl="revTx" presStyleIdx="0" presStyleCnt="1"/>
      <dgm:spPr/>
    </dgm:pt>
    <dgm:pt modelId="{57D3345C-018C-804F-8CB8-44E669BCAB6F}" type="pres">
      <dgm:prSet presAssocID="{DD53D581-8022-45E7-981B-A52DE9507152}" presName="vert1" presStyleCnt="0"/>
      <dgm:spPr/>
    </dgm:pt>
  </dgm:ptLst>
  <dgm:cxnLst>
    <dgm:cxn modelId="{C3DAF09B-AAAF-4548-AB9D-C7CA0B3317B3}" type="presOf" srcId="{290726BA-A284-4209-9B33-08487C95C491}" destId="{EBC166C1-03D2-B040-BB9A-B4372168DD8A}" srcOrd="0" destOrd="0" presId="urn:microsoft.com/office/officeart/2008/layout/LinedList"/>
    <dgm:cxn modelId="{2C3E04CA-0BC0-D04B-B3BC-9D74CD002D17}" type="presOf" srcId="{DD53D581-8022-45E7-981B-A52DE9507152}" destId="{FFDC5E42-0C4A-CF4B-9557-AF4D7C598409}" srcOrd="0" destOrd="0" presId="urn:microsoft.com/office/officeart/2008/layout/LinedList"/>
    <dgm:cxn modelId="{52948BD8-2AD2-4FFA-A0B6-762DD2B7E341}" srcId="{290726BA-A284-4209-9B33-08487C95C491}" destId="{DD53D581-8022-45E7-981B-A52DE9507152}" srcOrd="0" destOrd="0" parTransId="{72B692B2-5DE3-4EE7-B46E-5E282EDD5DFF}" sibTransId="{622B8C5C-0476-4EB5-B8BE-829B58FA003A}"/>
    <dgm:cxn modelId="{01A9101D-0998-FD4B-A985-D5B8801D8033}" type="presParOf" srcId="{EBC166C1-03D2-B040-BB9A-B4372168DD8A}" destId="{45B95D75-0B95-FF49-B80D-7ECA5BC00F1D}" srcOrd="0" destOrd="0" presId="urn:microsoft.com/office/officeart/2008/layout/LinedList"/>
    <dgm:cxn modelId="{C4BEB55A-2547-E746-A4E6-E9EFEBEFA392}" type="presParOf" srcId="{EBC166C1-03D2-B040-BB9A-B4372168DD8A}" destId="{D41F9249-9A30-B745-98B8-7FCC0BE2C59A}" srcOrd="1" destOrd="0" presId="urn:microsoft.com/office/officeart/2008/layout/LinedList"/>
    <dgm:cxn modelId="{E785AFF8-E2E2-AF48-B22F-16C4FA30398C}" type="presParOf" srcId="{D41F9249-9A30-B745-98B8-7FCC0BE2C59A}" destId="{FFDC5E42-0C4A-CF4B-9557-AF4D7C598409}" srcOrd="0" destOrd="0" presId="urn:microsoft.com/office/officeart/2008/layout/LinedList"/>
    <dgm:cxn modelId="{1AE576E5-92F3-4C4B-86D5-DFB3310C2227}" type="presParOf" srcId="{D41F9249-9A30-B745-98B8-7FCC0BE2C59A}" destId="{57D3345C-018C-804F-8CB8-44E669BCAB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AC0D9-627A-4927-AD91-2F317C0E20E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A97A8-FB91-42F3-9A69-9D4642AE1ABF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Retail stores struggle with overstock → financial loss</a:t>
          </a:r>
        </a:p>
      </dsp:txBody>
      <dsp:txXfrm>
        <a:off x="25435" y="2276522"/>
        <a:ext cx="1800000" cy="720000"/>
      </dsp:txXfrm>
    </dsp:sp>
    <dsp:sp modelId="{16811F4A-C107-464A-8024-BE7D33E88F2C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CF718-D2E1-4768-AD59-02F97776401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Understock → missed sales &amp; customer dissatisfaction</a:t>
          </a:r>
        </a:p>
      </dsp:txBody>
      <dsp:txXfrm>
        <a:off x="2140435" y="2276522"/>
        <a:ext cx="1800000" cy="720000"/>
      </dsp:txXfrm>
    </dsp:sp>
    <dsp:sp modelId="{B2FF4156-D17E-4372-92A0-395630177F33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8B3FA-29A5-49F6-95F4-0EBD990A4C24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Trend detection is slow and often manual</a:t>
          </a:r>
        </a:p>
      </dsp:txBody>
      <dsp:txXfrm>
        <a:off x="4255435" y="2276522"/>
        <a:ext cx="1800000" cy="720000"/>
      </dsp:txXfrm>
    </dsp:sp>
    <dsp:sp modelId="{75B84AE7-4903-46BD-82A0-9C757A65962B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8BA7E-ACB7-4710-801E-F853284E9F99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Goal: Build an AI model to forecast weekly demand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92049-0BD9-4F1F-BE9A-2EA192E56088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8CFF9-EA11-41FA-BAA0-44E3393EC74B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465FA-3ED7-4568-9AEC-EEE96BEE0DC8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Predict weekly sales per product (demand forecasting)</a:t>
          </a:r>
        </a:p>
      </dsp:txBody>
      <dsp:txXfrm>
        <a:off x="1330115" y="659889"/>
        <a:ext cx="2546008" cy="1080124"/>
      </dsp:txXfrm>
    </dsp:sp>
    <dsp:sp modelId="{0A8AAA7E-FF8B-492A-81CC-F7A9ADE17CA1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D15F4C-BB06-442E-A419-FE0B975BF3BA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53E1D-A422-4211-B98B-E81421F36FEE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Recommend trending high-demand items</a:t>
          </a:r>
        </a:p>
      </dsp:txBody>
      <dsp:txXfrm>
        <a:off x="5631327" y="659889"/>
        <a:ext cx="2546008" cy="1080124"/>
      </dsp:txXfrm>
    </dsp:sp>
    <dsp:sp modelId="{38A8465E-383E-4386-8B95-E115F57D5BFB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0F89D8-A332-4B2A-93AD-B769586396BB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5732C-532B-41DD-A4B9-402C31F20DDC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Use real-world Walmart sales dataset</a:t>
          </a:r>
        </a:p>
      </dsp:txBody>
      <dsp:txXfrm>
        <a:off x="1330115" y="2452790"/>
        <a:ext cx="2546008" cy="1080124"/>
      </dsp:txXfrm>
    </dsp:sp>
    <dsp:sp modelId="{D747999C-4E7A-4161-9611-BD5B9B5EF66E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8FFE9-4ED0-4928-86A7-935134B88D94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AF0BC-4BED-48C1-8DF2-17C2C2D9B264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Build complete ML pipeline + deployable system</a:t>
          </a:r>
        </a:p>
      </dsp:txBody>
      <dsp:txXfrm>
        <a:off x="5631327" y="2452790"/>
        <a:ext cx="2546008" cy="1080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BAB5F-1B2A-7449-9AD2-7268FFCBD5D5}">
      <dsp:nvSpPr>
        <dsp:cNvPr id="0" name=""/>
        <dsp:cNvSpPr/>
      </dsp:nvSpPr>
      <dsp:spPr>
        <a:xfrm>
          <a:off x="1952709" y="1171906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1215379"/>
        <a:ext cx="22466" cy="4493"/>
      </dsp:txXfrm>
    </dsp:sp>
    <dsp:sp modelId="{655CC37F-1D1A-6443-9FE6-36F9511B9AB7}">
      <dsp:nvSpPr>
        <dsp:cNvPr id="0" name=""/>
        <dsp:cNvSpPr/>
      </dsp:nvSpPr>
      <dsp:spPr>
        <a:xfrm>
          <a:off x="915" y="631547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Integrated .pkl model into prototype UI</a:t>
          </a:r>
        </a:p>
      </dsp:txBody>
      <dsp:txXfrm>
        <a:off x="915" y="631547"/>
        <a:ext cx="1953594" cy="1172156"/>
      </dsp:txXfrm>
    </dsp:sp>
    <dsp:sp modelId="{0EF0B0D1-2846-3A4A-AB77-3695EB3215E5}">
      <dsp:nvSpPr>
        <dsp:cNvPr id="0" name=""/>
        <dsp:cNvSpPr/>
      </dsp:nvSpPr>
      <dsp:spPr>
        <a:xfrm>
          <a:off x="977712" y="1801904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2009021"/>
        <a:ext cx="122228" cy="4493"/>
      </dsp:txXfrm>
    </dsp:sp>
    <dsp:sp modelId="{9E4BA03A-7C6E-1843-89F5-B7643D1D8450}">
      <dsp:nvSpPr>
        <dsp:cNvPr id="0" name=""/>
        <dsp:cNvSpPr/>
      </dsp:nvSpPr>
      <dsp:spPr>
        <a:xfrm>
          <a:off x="2403836" y="631547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CSV upload → automatic preprocessing</a:t>
          </a:r>
        </a:p>
      </dsp:txBody>
      <dsp:txXfrm>
        <a:off x="2403836" y="631547"/>
        <a:ext cx="1953594" cy="1172156"/>
      </dsp:txXfrm>
    </dsp:sp>
    <dsp:sp modelId="{69767E1D-C893-0445-AE98-2EDDA5F98F01}">
      <dsp:nvSpPr>
        <dsp:cNvPr id="0" name=""/>
        <dsp:cNvSpPr/>
      </dsp:nvSpPr>
      <dsp:spPr>
        <a:xfrm>
          <a:off x="1952709" y="2793389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2836862"/>
        <a:ext cx="22466" cy="4493"/>
      </dsp:txXfrm>
    </dsp:sp>
    <dsp:sp modelId="{1CE1B732-F031-6C42-A051-E695EB366012}">
      <dsp:nvSpPr>
        <dsp:cNvPr id="0" name=""/>
        <dsp:cNvSpPr/>
      </dsp:nvSpPr>
      <dsp:spPr>
        <a:xfrm>
          <a:off x="915" y="2253031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Outputs:</a:t>
          </a:r>
        </a:p>
      </dsp:txBody>
      <dsp:txXfrm>
        <a:off x="915" y="2253031"/>
        <a:ext cx="1953594" cy="1172156"/>
      </dsp:txXfrm>
    </dsp:sp>
    <dsp:sp modelId="{D08C9A53-B285-B349-B497-D25DD74FB465}">
      <dsp:nvSpPr>
        <dsp:cNvPr id="0" name=""/>
        <dsp:cNvSpPr/>
      </dsp:nvSpPr>
      <dsp:spPr>
        <a:xfrm>
          <a:off x="977712" y="3423387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3630504"/>
        <a:ext cx="122228" cy="4493"/>
      </dsp:txXfrm>
    </dsp:sp>
    <dsp:sp modelId="{C10CA458-3E78-7C42-A43E-48CAA9912C78}">
      <dsp:nvSpPr>
        <dsp:cNvPr id="0" name=""/>
        <dsp:cNvSpPr/>
      </dsp:nvSpPr>
      <dsp:spPr>
        <a:xfrm>
          <a:off x="2403836" y="2253031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– Weekly demand predictions</a:t>
          </a:r>
        </a:p>
      </dsp:txBody>
      <dsp:txXfrm>
        <a:off x="2403836" y="2253031"/>
        <a:ext cx="1953594" cy="1172156"/>
      </dsp:txXfrm>
    </dsp:sp>
    <dsp:sp modelId="{EA8A79E1-70D7-C94F-8635-54023C77B560}">
      <dsp:nvSpPr>
        <dsp:cNvPr id="0" name=""/>
        <dsp:cNvSpPr/>
      </dsp:nvSpPr>
      <dsp:spPr>
        <a:xfrm>
          <a:off x="1952709" y="4414872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4458346"/>
        <a:ext cx="22466" cy="4493"/>
      </dsp:txXfrm>
    </dsp:sp>
    <dsp:sp modelId="{3F13F113-397E-3B4E-8B2D-91549C783523}">
      <dsp:nvSpPr>
        <dsp:cNvPr id="0" name=""/>
        <dsp:cNvSpPr/>
      </dsp:nvSpPr>
      <dsp:spPr>
        <a:xfrm>
          <a:off x="915" y="3874514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– Trending product recommendations</a:t>
          </a:r>
        </a:p>
      </dsp:txBody>
      <dsp:txXfrm>
        <a:off x="915" y="3874514"/>
        <a:ext cx="1953594" cy="1172156"/>
      </dsp:txXfrm>
    </dsp:sp>
    <dsp:sp modelId="{8D6C29C9-7697-4A4F-9EB3-0ABBDCCD3DD8}">
      <dsp:nvSpPr>
        <dsp:cNvPr id="0" name=""/>
        <dsp:cNvSpPr/>
      </dsp:nvSpPr>
      <dsp:spPr>
        <a:xfrm>
          <a:off x="2403836" y="3874514"/>
          <a:ext cx="1953594" cy="1172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Demonstrates real-world retail workflow</a:t>
          </a:r>
        </a:p>
      </dsp:txBody>
      <dsp:txXfrm>
        <a:off x="2403836" y="3874514"/>
        <a:ext cx="1953594" cy="1172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B95D75-0B95-FF49-B80D-7ECA5BC00F1D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C5E42-0C4A-CF4B-9557-AF4D7C598409}">
      <dsp:nvSpPr>
        <dsp:cNvPr id="0" name=""/>
        <dsp:cNvSpPr/>
      </dsp:nvSpPr>
      <dsp:spPr>
        <a:xfrm>
          <a:off x="0" y="0"/>
          <a:ext cx="3993357" cy="3919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hlinkClick xmlns:r="http://schemas.openxmlformats.org/officeDocument/2006/relationships" r:id="rId1"/>
            </a:rPr>
            <a:t>https://github.com/AhadMaredia/AI-Portfolio-Artificial-Intel-Resource</a:t>
          </a:r>
          <a:br>
            <a:rPr lang="en-US" sz="2000" kern="1200" dirty="0"/>
          </a:br>
          <a:endParaRPr lang="en-US" sz="2000" kern="1200" dirty="0"/>
        </a:p>
      </dsp:txBody>
      <dsp:txXfrm>
        <a:off x="0" y="0"/>
        <a:ext cx="3993357" cy="3919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000000"/>
                </a:solidFill>
              </a:rPr>
              <a:t>AI Inventory Optimizer Capstone Project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55505488-5D05-7103-4313-47267A0D1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Final Presentation</a:t>
            </a:r>
          </a:p>
          <a:p>
            <a:endParaRPr lang="en-US" sz="1500">
              <a:solidFill>
                <a:srgbClr val="000000"/>
              </a:solidFill>
            </a:endParaRPr>
          </a:p>
          <a:p>
            <a:r>
              <a:rPr lang="en-US" sz="1500">
                <a:solidFill>
                  <a:srgbClr val="000000"/>
                </a:solidFill>
              </a:rPr>
              <a:t>Student: Ahad Maredia</a:t>
            </a:r>
          </a:p>
          <a:p>
            <a:r>
              <a:rPr lang="en-US" sz="1500">
                <a:solidFill>
                  <a:srgbClr val="000000"/>
                </a:solidFill>
              </a:rPr>
              <a:t>Course: ITAI Capstone Project</a:t>
            </a:r>
          </a:p>
          <a:p>
            <a:r>
              <a:rPr lang="en-US" sz="1500">
                <a:solidFill>
                  <a:srgbClr val="000000"/>
                </a:solidFill>
              </a:rPr>
              <a:t>Project Type: Group-Based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DC2B0E-6F90-CAB0-7370-919A88013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253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Solution: AI Inventory Optimizer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829B6-DE6B-8A20-91F1-2FC8FB46F3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13744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Model Development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Models Tested:</a:t>
            </a:r>
          </a:p>
          <a:p>
            <a:r>
              <a:rPr lang="en-US" sz="1700"/>
              <a:t>• Linear Regression – R²: 0.093</a:t>
            </a:r>
          </a:p>
          <a:p>
            <a:r>
              <a:rPr lang="en-US" sz="1700"/>
              <a:t>• Gradient Boosting – R²: 0.745</a:t>
            </a:r>
          </a:p>
          <a:p>
            <a:r>
              <a:rPr lang="en-US" sz="1700"/>
              <a:t>• Random Forest – R²: 0.978</a:t>
            </a:r>
          </a:p>
          <a:p>
            <a:r>
              <a:rPr lang="en-US" sz="1700"/>
              <a:t>• XGBoost (Tuned) – R²: 0.9547 (Final Model)</a:t>
            </a:r>
          </a:p>
          <a:p>
            <a:endParaRPr lang="en-US" sz="1700"/>
          </a:p>
          <a:p>
            <a:r>
              <a:rPr lang="en-US" sz="1700"/>
              <a:t>Feature Engineering:</a:t>
            </a:r>
          </a:p>
          <a:p>
            <a:r>
              <a:rPr lang="en-US" sz="1700"/>
              <a:t>• Lag features, rolling averages</a:t>
            </a:r>
          </a:p>
          <a:p>
            <a:r>
              <a:rPr lang="en-US" sz="1700"/>
              <a:t>• Economic indicators (CPI, Unemployment)</a:t>
            </a:r>
          </a:p>
          <a:p>
            <a:r>
              <a:rPr lang="en-US" sz="1700"/>
              <a:t>• Store/department interactions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>
                <a:solidFill>
                  <a:srgbClr val="FFFFFF"/>
                </a:solidFill>
              </a:rPr>
              <a:t>System Prototype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F07118-E3DE-8508-7665-68040AFCF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01599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Impact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Impact:</a:t>
            </a:r>
          </a:p>
          <a:p>
            <a:r>
              <a:rPr lang="en-US" sz="1700"/>
              <a:t>• Reduces waste from overstock</a:t>
            </a:r>
          </a:p>
          <a:p>
            <a:r>
              <a:rPr lang="en-US" sz="1700"/>
              <a:t>• Prevents lost revenue from understock</a:t>
            </a:r>
          </a:p>
          <a:p>
            <a:r>
              <a:rPr lang="en-US" sz="1700"/>
              <a:t>• Helps stores adapt to trends early</a:t>
            </a:r>
          </a:p>
          <a:p>
            <a:endParaRPr lang="en-US" sz="1700"/>
          </a:p>
          <a:p>
            <a:r>
              <a:rPr lang="en-US" sz="1700"/>
              <a:t>Future Enhancements:</a:t>
            </a:r>
          </a:p>
          <a:p>
            <a:r>
              <a:rPr lang="en-US" sz="1700"/>
              <a:t>• Real-time API integration</a:t>
            </a:r>
          </a:p>
          <a:p>
            <a:r>
              <a:rPr lang="en-US" sz="1700"/>
              <a:t>• Live dashboards</a:t>
            </a:r>
          </a:p>
          <a:p>
            <a:r>
              <a:rPr lang="en-US" sz="1700"/>
              <a:t>• Incorporating weather &amp; events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Thank You</a:t>
            </a:r>
          </a:p>
        </p:txBody>
      </p:sp>
      <p:pic>
        <p:nvPicPr>
          <p:cNvPr id="6" name="Picture 5" descr="A blue and white wavy lines&#10;&#10;AI-generated content may be incorrect.">
            <a:extLst>
              <a:ext uri="{FF2B5EF4-FFF2-40B4-BE49-F238E27FC236}">
                <a16:creationId xmlns:a16="http://schemas.microsoft.com/office/drawing/2014/main" id="{EE7F1A0E-2F1E-F747-55F1-2624A659D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25" b="1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18B9EE-A180-20B4-6871-693E3179DC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9526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239</Words>
  <Application>Microsoft Macintosh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AI Inventory Optimizer Capstone Project</vt:lpstr>
      <vt:lpstr>Problem Overview</vt:lpstr>
      <vt:lpstr>Solution: AI Inventory Optimizer</vt:lpstr>
      <vt:lpstr>Model Development Summary</vt:lpstr>
      <vt:lpstr>System Prototype</vt:lpstr>
      <vt:lpstr>Project Impact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ahad.maredia-W214270975</cp:lastModifiedBy>
  <cp:revision>2</cp:revision>
  <dcterms:created xsi:type="dcterms:W3CDTF">2013-01-27T09:14:16Z</dcterms:created>
  <dcterms:modified xsi:type="dcterms:W3CDTF">2025-12-02T06:27:03Z</dcterms:modified>
  <cp:category/>
</cp:coreProperties>
</file>